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1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33"/>
    <a:srgbClr val="6169FF"/>
    <a:srgbClr val="3333FF"/>
    <a:srgbClr val="CC3399"/>
    <a:srgbClr val="FF33CC"/>
    <a:srgbClr val="FF66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75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BF5CB-7C18-17CD-C820-4CD0ACAB24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E37935-7D0E-0AD0-5BD4-C789BBA82D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B61AD-7C06-0FF2-A7B3-769504087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34B2-E59A-43A2-8E80-CBA56A51A393}" type="datetimeFigureOut">
              <a:rPr lang="en-IE" smtClean="0"/>
              <a:t>09/11/2025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648513-89CD-E63E-FC92-F13E4A518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1EC63-E7C9-C8B7-4CB9-2DE2E21B2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86924-1F76-4D90-9748-F1FFD8D57EC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40801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558AB-F188-5BC1-468C-3D9406A2B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825F1-1C1A-FE69-663A-84AAAC561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FF25F-678E-17E4-6A2D-CEE5A136E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34B2-E59A-43A2-8E80-CBA56A51A393}" type="datetimeFigureOut">
              <a:rPr lang="en-IE" smtClean="0"/>
              <a:t>09/11/2025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6FE02-3244-BF09-1F11-2A4800F47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573B9-E596-7F65-2802-F3E232E6F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86924-1F76-4D90-9748-F1FFD8D57EC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41255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9C866-7A60-221E-6E9F-61437FC33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CBC05-6898-6E4B-BFED-B4B672F634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D6CE9-DFC3-8B2B-9155-226359BD1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34B2-E59A-43A2-8E80-CBA56A51A393}" type="datetimeFigureOut">
              <a:rPr lang="en-IE" smtClean="0"/>
              <a:t>09/11/2025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43ABE-A8A1-7F02-52B2-E69C45592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8070E-74F6-8D74-8FA0-6FA81C0A5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86924-1F76-4D90-9748-F1FFD8D57EC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88548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8B27B-9EDB-7592-4895-DCC96C608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45C3E-1C2A-DDBE-7212-4EDCB96295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B34564-665E-4FFC-A989-7B55C55775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16607-0EF2-0362-CFB9-87ECDAD78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34B2-E59A-43A2-8E80-CBA56A51A393}" type="datetimeFigureOut">
              <a:rPr lang="en-IE" smtClean="0"/>
              <a:t>09/11/2025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36C6ED-ABF4-9DC3-CAEC-A82185804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3284C6-A9FC-8D8B-7628-5FFC9D185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86924-1F76-4D90-9748-F1FFD8D57EC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6631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3C81B-942B-B192-190E-8F9491124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1766E7-4976-3661-988A-BBE8DE666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ABCE21-5594-ECAC-2F00-43E46BD8DE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EE93FB-6A8D-99D3-8011-82C8467E9F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E8DC22-DFB3-AFC9-72AA-37D1792B9D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4EAD39-3ED7-C47B-2B17-6CE841B13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34B2-E59A-43A2-8E80-CBA56A51A393}" type="datetimeFigureOut">
              <a:rPr lang="en-IE" smtClean="0"/>
              <a:t>09/11/2025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B141B0-925D-1E7B-55B8-E92E5CD6E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96DE65-17BF-E4F7-2AC0-8CE87233C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86924-1F76-4D90-9748-F1FFD8D57EC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17123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21C79-8393-2BAE-817F-410B55C1B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7563BC-4CB5-A573-341A-7C8B7B90A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34B2-E59A-43A2-8E80-CBA56A51A393}" type="datetimeFigureOut">
              <a:rPr lang="en-IE" smtClean="0"/>
              <a:t>09/11/2025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953855-A0E0-2777-B7F3-A4AAF6314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1D4B65-F4D8-CE5B-A3A0-6841223C2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86924-1F76-4D90-9748-F1FFD8D57EC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59875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AFA0F0-1194-A07D-2270-C97422E17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34B2-E59A-43A2-8E80-CBA56A51A393}" type="datetimeFigureOut">
              <a:rPr lang="en-IE" smtClean="0"/>
              <a:t>09/11/2025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B1B0B2-B4DD-E7D4-038D-5E608044A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D5F8C0-ADDA-CF2B-C64A-B544CDD49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86924-1F76-4D90-9748-F1FFD8D57EC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69972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E654C-8A8B-4298-8C89-FE66B5B05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F8E34-035E-AB6E-CCCC-80C4C4984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F2A758-EA39-AEC1-8CC2-DDF6672C37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5B1349-0696-067A-33CA-926E6EB4E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34B2-E59A-43A2-8E80-CBA56A51A393}" type="datetimeFigureOut">
              <a:rPr lang="en-IE" smtClean="0"/>
              <a:t>09/11/2025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6A048C-5ABE-8D89-58DA-0C3E0F11F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6E6CEF-624B-0127-7936-CA3BDC847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86924-1F76-4D90-9748-F1FFD8D57EC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48943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BFAC6-415F-8BAE-E675-9C05E8B16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2EFF1F-15D1-7E17-699B-206F2B546B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AE533D-058C-7DC2-DDDD-B4AF8405EE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C8D4E-71E8-D8DC-7A20-EEA4E4248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34B2-E59A-43A2-8E80-CBA56A51A393}" type="datetimeFigureOut">
              <a:rPr lang="en-IE" smtClean="0"/>
              <a:t>09/11/2025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A01511-E267-66D2-E4AC-4AE1D7BEC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9B4543-7DC3-927E-80F4-D877B9AD1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86924-1F76-4D90-9748-F1FFD8D57EC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7344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CDF08-4E31-7BAB-5819-0A6750AD6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D47145-7E31-3EEE-2ACF-3E0CC27AFF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E28E2-F3B6-F590-37BE-F32C0BF5E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34B2-E59A-43A2-8E80-CBA56A51A393}" type="datetimeFigureOut">
              <a:rPr lang="en-IE" smtClean="0"/>
              <a:t>09/11/2025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8E989-D1FB-C362-FDC6-7B550D375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B49A0-6DDD-B6E9-D499-5F5C9D4D7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86924-1F76-4D90-9748-F1FFD8D57EC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24897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C52625-FADD-C107-000A-C7D1A0D213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D106CC-5C50-576C-C902-BB3CE5954B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CC713-B0BC-A7D5-2603-4F4CB9562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34B2-E59A-43A2-8E80-CBA56A51A393}" type="datetimeFigureOut">
              <a:rPr lang="en-IE" smtClean="0"/>
              <a:t>09/11/2025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51CB9-4A47-0582-AA12-6883AE6B5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73CE3-D69A-FFF7-87C5-C2F3C4839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86924-1F76-4D90-9748-F1FFD8D57EC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03027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B78E0C-598E-81B6-390B-8B305B9EB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446891-383B-A769-CD8B-1A3EB3E0DF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97945-411B-1B6A-44C1-AD4EDC02A1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9034B2-E59A-43A2-8E80-CBA56A51A393}" type="datetimeFigureOut">
              <a:rPr lang="en-IE" smtClean="0"/>
              <a:t>09/11/2025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AC132-F16D-267C-9AE9-C1B498DB23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DDC53-2F5E-2ED5-CC57-DDBE2C8BAB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386924-1F76-4D90-9748-F1FFD8D57EC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81390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7CF6BA4-5684-8948-E859-7D028415BD70}"/>
              </a:ext>
            </a:extLst>
          </p:cNvPr>
          <p:cNvSpPr/>
          <p:nvPr/>
        </p:nvSpPr>
        <p:spPr>
          <a:xfrm>
            <a:off x="378372" y="231228"/>
            <a:ext cx="10846676" cy="55418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NODE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3FD5D8-4713-107B-1303-7D9A32A7282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134" y="394673"/>
            <a:ext cx="4755875" cy="3034327"/>
          </a:xfrm>
          <a:prstGeom prst="rect">
            <a:avLst/>
          </a:prstGeom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EFD5D3D4-A96D-9FE1-ADC2-338E7B5110B5}"/>
              </a:ext>
            </a:extLst>
          </p:cNvPr>
          <p:cNvGrpSpPr/>
          <p:nvPr/>
        </p:nvGrpSpPr>
        <p:grpSpPr>
          <a:xfrm>
            <a:off x="2928347" y="779055"/>
            <a:ext cx="1283698" cy="531586"/>
            <a:chOff x="2928347" y="779055"/>
            <a:chExt cx="1283698" cy="531586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BA369C7-C6F9-0E12-5F43-DA08CE5090B8}"/>
                </a:ext>
              </a:extLst>
            </p:cNvPr>
            <p:cNvSpPr/>
            <p:nvPr/>
          </p:nvSpPr>
          <p:spPr>
            <a:xfrm>
              <a:off x="3496491" y="942703"/>
              <a:ext cx="91440" cy="91440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6AF5FBC-07EB-C878-2742-4F96CD4B3833}"/>
                </a:ext>
              </a:extLst>
            </p:cNvPr>
            <p:cNvSpPr/>
            <p:nvPr/>
          </p:nvSpPr>
          <p:spPr>
            <a:xfrm>
              <a:off x="3616234" y="824775"/>
              <a:ext cx="91440" cy="91440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22FD7F4-6D8D-AC79-79C7-56DCA5E8E7CA}"/>
                </a:ext>
              </a:extLst>
            </p:cNvPr>
            <p:cNvSpPr/>
            <p:nvPr/>
          </p:nvSpPr>
          <p:spPr>
            <a:xfrm>
              <a:off x="3770448" y="779055"/>
              <a:ext cx="91440" cy="91440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2C2B2C2-739B-EC09-854F-36F831DF333F}"/>
                </a:ext>
              </a:extLst>
            </p:cNvPr>
            <p:cNvSpPr/>
            <p:nvPr/>
          </p:nvSpPr>
          <p:spPr>
            <a:xfrm>
              <a:off x="3939176" y="779055"/>
              <a:ext cx="91440" cy="91440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EBF9523-239C-0D4A-1E56-E8401D60B5E6}"/>
                </a:ext>
              </a:extLst>
            </p:cNvPr>
            <p:cNvSpPr/>
            <p:nvPr/>
          </p:nvSpPr>
          <p:spPr>
            <a:xfrm>
              <a:off x="4120605" y="779055"/>
              <a:ext cx="91440" cy="91440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CC5BBDC-9D81-89B1-D54E-4983AC588A29}"/>
                </a:ext>
              </a:extLst>
            </p:cNvPr>
            <p:cNvSpPr/>
            <p:nvPr/>
          </p:nvSpPr>
          <p:spPr>
            <a:xfrm>
              <a:off x="3405051" y="1082041"/>
              <a:ext cx="91440" cy="91440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4B32331-BBFF-EC66-E834-74609FC91829}"/>
                </a:ext>
              </a:extLst>
            </p:cNvPr>
            <p:cNvSpPr/>
            <p:nvPr/>
          </p:nvSpPr>
          <p:spPr>
            <a:xfrm>
              <a:off x="3265351" y="1173481"/>
              <a:ext cx="91440" cy="91440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63E805F-C6BD-AF3F-BE98-DC78153BDEC9}"/>
                </a:ext>
              </a:extLst>
            </p:cNvPr>
            <p:cNvSpPr/>
            <p:nvPr/>
          </p:nvSpPr>
          <p:spPr>
            <a:xfrm>
              <a:off x="3093175" y="1173481"/>
              <a:ext cx="91440" cy="91440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C89517A-98B3-CC67-FCB0-F3EE56423491}"/>
                </a:ext>
              </a:extLst>
            </p:cNvPr>
            <p:cNvSpPr/>
            <p:nvPr/>
          </p:nvSpPr>
          <p:spPr>
            <a:xfrm>
              <a:off x="2928347" y="1219201"/>
              <a:ext cx="91440" cy="91440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57C37BA-2D04-6F58-5ABC-17E81601266F}"/>
                </a:ext>
              </a:extLst>
            </p:cNvPr>
            <p:cNvCxnSpPr>
              <a:endCxn id="11" idx="2"/>
            </p:cNvCxnSpPr>
            <p:nvPr/>
          </p:nvCxnSpPr>
          <p:spPr>
            <a:xfrm flipV="1">
              <a:off x="3007087" y="1219201"/>
              <a:ext cx="86088" cy="4572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F7B3AAD-DDE7-2BB0-EE95-3CA97586DC55}"/>
                </a:ext>
              </a:extLst>
            </p:cNvPr>
            <p:cNvCxnSpPr>
              <a:cxnSpLocks/>
              <a:endCxn id="10" idx="2"/>
            </p:cNvCxnSpPr>
            <p:nvPr/>
          </p:nvCxnSpPr>
          <p:spPr>
            <a:xfrm>
              <a:off x="3184615" y="1219201"/>
              <a:ext cx="8073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49CD9E-9BC6-3DA8-EA7F-DA18E21A06E4}"/>
                </a:ext>
              </a:extLst>
            </p:cNvPr>
            <p:cNvCxnSpPr>
              <a:cxnSpLocks/>
              <a:stCxn id="10" idx="6"/>
              <a:endCxn id="9" idx="3"/>
            </p:cNvCxnSpPr>
            <p:nvPr/>
          </p:nvCxnSpPr>
          <p:spPr>
            <a:xfrm flipV="1">
              <a:off x="3356791" y="1160090"/>
              <a:ext cx="61651" cy="5911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2E69905-F24B-5F0F-2878-02E272827C37}"/>
                </a:ext>
              </a:extLst>
            </p:cNvPr>
            <p:cNvCxnSpPr>
              <a:cxnSpLocks/>
              <a:stCxn id="9" idx="7"/>
              <a:endCxn id="4" idx="3"/>
            </p:cNvCxnSpPr>
            <p:nvPr/>
          </p:nvCxnSpPr>
          <p:spPr>
            <a:xfrm flipV="1">
              <a:off x="3483100" y="1020752"/>
              <a:ext cx="26782" cy="746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E08B342-13C8-37AD-01C6-DCF5A8E7642A}"/>
                </a:ext>
              </a:extLst>
            </p:cNvPr>
            <p:cNvCxnSpPr>
              <a:cxnSpLocks/>
              <a:stCxn id="4" idx="7"/>
              <a:endCxn id="5" idx="3"/>
            </p:cNvCxnSpPr>
            <p:nvPr/>
          </p:nvCxnSpPr>
          <p:spPr>
            <a:xfrm flipV="1">
              <a:off x="3574540" y="902824"/>
              <a:ext cx="55085" cy="5327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1EF9C1B-6A3B-9165-354D-5C6B9428A86F}"/>
                </a:ext>
              </a:extLst>
            </p:cNvPr>
            <p:cNvCxnSpPr>
              <a:cxnSpLocks/>
              <a:stCxn id="5" idx="7"/>
              <a:endCxn id="6" idx="2"/>
            </p:cNvCxnSpPr>
            <p:nvPr/>
          </p:nvCxnSpPr>
          <p:spPr>
            <a:xfrm flipV="1">
              <a:off x="3694283" y="824775"/>
              <a:ext cx="76165" cy="1339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67DDD98-778E-148E-52F3-9879D31E32AE}"/>
                </a:ext>
              </a:extLst>
            </p:cNvPr>
            <p:cNvCxnSpPr>
              <a:cxnSpLocks/>
              <a:stCxn id="6" idx="6"/>
              <a:endCxn id="7" idx="2"/>
            </p:cNvCxnSpPr>
            <p:nvPr/>
          </p:nvCxnSpPr>
          <p:spPr>
            <a:xfrm>
              <a:off x="3861888" y="824775"/>
              <a:ext cx="7728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A399C9B-FCDD-2C13-DAE5-9476CF2BBBB0}"/>
                </a:ext>
              </a:extLst>
            </p:cNvPr>
            <p:cNvCxnSpPr>
              <a:cxnSpLocks/>
              <a:stCxn id="7" idx="6"/>
              <a:endCxn id="8" idx="2"/>
            </p:cNvCxnSpPr>
            <p:nvPr/>
          </p:nvCxnSpPr>
          <p:spPr>
            <a:xfrm>
              <a:off x="4030616" y="824775"/>
              <a:ext cx="8998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5138734F-8429-3283-3B56-73FCF0DEFC1E}"/>
              </a:ext>
            </a:extLst>
          </p:cNvPr>
          <p:cNvGrpSpPr/>
          <p:nvPr/>
        </p:nvGrpSpPr>
        <p:grpSpPr>
          <a:xfrm>
            <a:off x="6096000" y="1310641"/>
            <a:ext cx="4014951" cy="1446952"/>
            <a:chOff x="3509471" y="1292132"/>
            <a:chExt cx="1499200" cy="540298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A3164DB0-A7E5-DAD1-05CC-1FD0AA46FBF4}"/>
                </a:ext>
              </a:extLst>
            </p:cNvPr>
            <p:cNvGrpSpPr/>
            <p:nvPr/>
          </p:nvGrpSpPr>
          <p:grpSpPr>
            <a:xfrm>
              <a:off x="3509882" y="1292132"/>
              <a:ext cx="1498789" cy="93056"/>
              <a:chOff x="2915647" y="1172394"/>
              <a:chExt cx="1498789" cy="93056"/>
            </a:xfrm>
            <a:solidFill>
              <a:schemeClr val="tx1">
                <a:lumMod val="50000"/>
                <a:lumOff val="50000"/>
              </a:schemeClr>
            </a:solidFill>
          </p:grpSpPr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D80B87B6-31DA-31CD-071C-D6F6C9EF7BF3}"/>
                  </a:ext>
                </a:extLst>
              </p:cNvPr>
              <p:cNvSpPr/>
              <p:nvPr/>
            </p:nvSpPr>
            <p:spPr>
              <a:xfrm>
                <a:off x="3613674" y="1173480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A82B78EF-A317-272A-C838-7F373558F313}"/>
                  </a:ext>
                </a:extLst>
              </p:cNvPr>
              <p:cNvSpPr/>
              <p:nvPr/>
            </p:nvSpPr>
            <p:spPr>
              <a:xfrm>
                <a:off x="3790753" y="1173480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A83FDE37-9B41-142B-9EF3-F8790EA162EA}"/>
                  </a:ext>
                </a:extLst>
              </p:cNvPr>
              <p:cNvSpPr/>
              <p:nvPr/>
            </p:nvSpPr>
            <p:spPr>
              <a:xfrm>
                <a:off x="3964948" y="1172394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34E5F8D1-63A9-56B3-A8E1-24E3F0A84F60}"/>
                  </a:ext>
                </a:extLst>
              </p:cNvPr>
              <p:cNvSpPr/>
              <p:nvPr/>
            </p:nvSpPr>
            <p:spPr>
              <a:xfrm>
                <a:off x="4147479" y="1174010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7641B5CD-86E3-6CCB-8A6D-5A21C002AAD3}"/>
                  </a:ext>
                </a:extLst>
              </p:cNvPr>
              <p:cNvSpPr/>
              <p:nvPr/>
            </p:nvSpPr>
            <p:spPr>
              <a:xfrm>
                <a:off x="4322996" y="1172394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1C182469-FD62-763F-86B0-C258C1900A50}"/>
                  </a:ext>
                </a:extLst>
              </p:cNvPr>
              <p:cNvSpPr/>
              <p:nvPr/>
            </p:nvSpPr>
            <p:spPr>
              <a:xfrm>
                <a:off x="3438005" y="1172394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CA97A294-6EA1-CC8B-E3B2-50B40A94F2AE}"/>
                  </a:ext>
                </a:extLst>
              </p:cNvPr>
              <p:cNvSpPr/>
              <p:nvPr/>
            </p:nvSpPr>
            <p:spPr>
              <a:xfrm>
                <a:off x="3265351" y="1173481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46E36D47-FB6E-664F-4BC8-F0ABEA3BAD9E}"/>
                  </a:ext>
                </a:extLst>
              </p:cNvPr>
              <p:cNvSpPr/>
              <p:nvPr/>
            </p:nvSpPr>
            <p:spPr>
              <a:xfrm>
                <a:off x="3093175" y="1173481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E9ADD9B7-76DF-BF60-0EEE-D1B09946D2C6}"/>
                  </a:ext>
                </a:extLst>
              </p:cNvPr>
              <p:cNvSpPr/>
              <p:nvPr/>
            </p:nvSpPr>
            <p:spPr>
              <a:xfrm>
                <a:off x="2915647" y="1173481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3C6C8AA7-54D8-0608-BF6D-FB2F3CADFA6B}"/>
                  </a:ext>
                </a:extLst>
              </p:cNvPr>
              <p:cNvCxnSpPr>
                <a:cxnSpLocks/>
                <a:stCxn id="81" idx="6"/>
                <a:endCxn id="80" idx="2"/>
              </p:cNvCxnSpPr>
              <p:nvPr/>
            </p:nvCxnSpPr>
            <p:spPr>
              <a:xfrm>
                <a:off x="3007087" y="1219201"/>
                <a:ext cx="86088" cy="0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9D673029-75B4-5F14-AAD0-032A70313636}"/>
                  </a:ext>
                </a:extLst>
              </p:cNvPr>
              <p:cNvCxnSpPr>
                <a:cxnSpLocks/>
                <a:endCxn id="79" idx="2"/>
              </p:cNvCxnSpPr>
              <p:nvPr/>
            </p:nvCxnSpPr>
            <p:spPr>
              <a:xfrm>
                <a:off x="3184615" y="1219201"/>
                <a:ext cx="80736" cy="0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FDC424DF-C2AB-A909-4C5B-A689D1D70B02}"/>
                  </a:ext>
                </a:extLst>
              </p:cNvPr>
              <p:cNvCxnSpPr>
                <a:cxnSpLocks/>
                <a:stCxn id="79" idx="6"/>
                <a:endCxn id="78" idx="2"/>
              </p:cNvCxnSpPr>
              <p:nvPr/>
            </p:nvCxnSpPr>
            <p:spPr>
              <a:xfrm flipV="1">
                <a:off x="3356791" y="1218114"/>
                <a:ext cx="81214" cy="1087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5220108C-31AE-2C4C-9273-3CA60EF91024}"/>
                  </a:ext>
                </a:extLst>
              </p:cNvPr>
              <p:cNvCxnSpPr>
                <a:cxnSpLocks/>
                <a:stCxn id="78" idx="6"/>
                <a:endCxn id="73" idx="2"/>
              </p:cNvCxnSpPr>
              <p:nvPr/>
            </p:nvCxnSpPr>
            <p:spPr>
              <a:xfrm>
                <a:off x="3529445" y="1218114"/>
                <a:ext cx="84229" cy="1086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CE3AA0A6-05D1-CFB8-F817-B2E093CA7E73}"/>
                  </a:ext>
                </a:extLst>
              </p:cNvPr>
              <p:cNvCxnSpPr>
                <a:cxnSpLocks/>
                <a:stCxn id="73" idx="6"/>
                <a:endCxn id="74" idx="2"/>
              </p:cNvCxnSpPr>
              <p:nvPr/>
            </p:nvCxnSpPr>
            <p:spPr>
              <a:xfrm>
                <a:off x="3705114" y="1219200"/>
                <a:ext cx="85639" cy="0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6E68F999-6B0C-9FF6-AD2B-6298737A9D80}"/>
                  </a:ext>
                </a:extLst>
              </p:cNvPr>
              <p:cNvCxnSpPr>
                <a:cxnSpLocks/>
                <a:stCxn id="74" idx="6"/>
                <a:endCxn id="75" idx="2"/>
              </p:cNvCxnSpPr>
              <p:nvPr/>
            </p:nvCxnSpPr>
            <p:spPr>
              <a:xfrm flipV="1">
                <a:off x="3882193" y="1218114"/>
                <a:ext cx="82755" cy="1086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CB4949F8-B8F8-D70B-3B84-91BB0DCD7878}"/>
                  </a:ext>
                </a:extLst>
              </p:cNvPr>
              <p:cNvCxnSpPr>
                <a:cxnSpLocks/>
                <a:stCxn id="75" idx="6"/>
                <a:endCxn id="76" idx="2"/>
              </p:cNvCxnSpPr>
              <p:nvPr/>
            </p:nvCxnSpPr>
            <p:spPr>
              <a:xfrm>
                <a:off x="4056388" y="1218114"/>
                <a:ext cx="91091" cy="1616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F1CF8422-EDF2-7F19-FB3F-3B05C7B6EAE3}"/>
                  </a:ext>
                </a:extLst>
              </p:cNvPr>
              <p:cNvCxnSpPr>
                <a:cxnSpLocks/>
                <a:stCxn id="77" idx="2"/>
                <a:endCxn id="76" idx="6"/>
              </p:cNvCxnSpPr>
              <p:nvPr/>
            </p:nvCxnSpPr>
            <p:spPr>
              <a:xfrm flipH="1">
                <a:off x="4238919" y="1218114"/>
                <a:ext cx="84077" cy="1616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93B2A02F-81A2-E181-F8AC-21E354080D19}"/>
                </a:ext>
              </a:extLst>
            </p:cNvPr>
            <p:cNvGrpSpPr/>
            <p:nvPr/>
          </p:nvGrpSpPr>
          <p:grpSpPr>
            <a:xfrm>
              <a:off x="3509882" y="1450440"/>
              <a:ext cx="1498789" cy="92942"/>
              <a:chOff x="2915647" y="1171979"/>
              <a:chExt cx="1498789" cy="92942"/>
            </a:xfrm>
            <a:solidFill>
              <a:schemeClr val="tx1">
                <a:lumMod val="65000"/>
                <a:lumOff val="35000"/>
              </a:schemeClr>
            </a:solidFill>
          </p:grpSpPr>
          <p:sp>
            <p:nvSpPr>
              <p:cNvPr id="149" name="Oval 148">
                <a:extLst>
                  <a:ext uri="{FF2B5EF4-FFF2-40B4-BE49-F238E27FC236}">
                    <a16:creationId xmlns:a16="http://schemas.microsoft.com/office/drawing/2014/main" id="{EEF197F9-52E8-BC20-DFA6-56881F34A139}"/>
                  </a:ext>
                </a:extLst>
              </p:cNvPr>
              <p:cNvSpPr/>
              <p:nvPr/>
            </p:nvSpPr>
            <p:spPr>
              <a:xfrm>
                <a:off x="3613674" y="1173480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150" name="Oval 149">
                <a:extLst>
                  <a:ext uri="{FF2B5EF4-FFF2-40B4-BE49-F238E27FC236}">
                    <a16:creationId xmlns:a16="http://schemas.microsoft.com/office/drawing/2014/main" id="{25A577CE-957E-C205-838E-F73DA8D3E12F}"/>
                  </a:ext>
                </a:extLst>
              </p:cNvPr>
              <p:cNvSpPr/>
              <p:nvPr/>
            </p:nvSpPr>
            <p:spPr>
              <a:xfrm>
                <a:off x="3790753" y="1173480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151" name="Oval 150">
                <a:extLst>
                  <a:ext uri="{FF2B5EF4-FFF2-40B4-BE49-F238E27FC236}">
                    <a16:creationId xmlns:a16="http://schemas.microsoft.com/office/drawing/2014/main" id="{AD95EEC1-0774-30EF-BB31-5336E173E8F0}"/>
                  </a:ext>
                </a:extLst>
              </p:cNvPr>
              <p:cNvSpPr/>
              <p:nvPr/>
            </p:nvSpPr>
            <p:spPr>
              <a:xfrm>
                <a:off x="3964948" y="1172394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152" name="Oval 151">
                <a:extLst>
                  <a:ext uri="{FF2B5EF4-FFF2-40B4-BE49-F238E27FC236}">
                    <a16:creationId xmlns:a16="http://schemas.microsoft.com/office/drawing/2014/main" id="{268E72E8-89F1-86F5-FE4A-97CCD70F63FA}"/>
                  </a:ext>
                </a:extLst>
              </p:cNvPr>
              <p:cNvSpPr/>
              <p:nvPr/>
            </p:nvSpPr>
            <p:spPr>
              <a:xfrm>
                <a:off x="4149643" y="1171979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0D061969-16B4-7DBC-F52A-103B8C7ABB23}"/>
                  </a:ext>
                </a:extLst>
              </p:cNvPr>
              <p:cNvSpPr/>
              <p:nvPr/>
            </p:nvSpPr>
            <p:spPr>
              <a:xfrm>
                <a:off x="4322996" y="1172394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154" name="Oval 153">
                <a:extLst>
                  <a:ext uri="{FF2B5EF4-FFF2-40B4-BE49-F238E27FC236}">
                    <a16:creationId xmlns:a16="http://schemas.microsoft.com/office/drawing/2014/main" id="{46946BBA-7646-72F6-1A31-CCFF37535608}"/>
                  </a:ext>
                </a:extLst>
              </p:cNvPr>
              <p:cNvSpPr/>
              <p:nvPr/>
            </p:nvSpPr>
            <p:spPr>
              <a:xfrm>
                <a:off x="3438005" y="1172394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CBDE0576-A406-B6B9-0225-766D64758DFF}"/>
                  </a:ext>
                </a:extLst>
              </p:cNvPr>
              <p:cNvSpPr/>
              <p:nvPr/>
            </p:nvSpPr>
            <p:spPr>
              <a:xfrm>
                <a:off x="3265351" y="1173481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12E23438-0506-A579-46E2-21A1BD467E84}"/>
                  </a:ext>
                </a:extLst>
              </p:cNvPr>
              <p:cNvSpPr/>
              <p:nvPr/>
            </p:nvSpPr>
            <p:spPr>
              <a:xfrm>
                <a:off x="3093175" y="1173481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3C874DB5-206E-9FF4-C10D-19B1D08281AC}"/>
                  </a:ext>
                </a:extLst>
              </p:cNvPr>
              <p:cNvSpPr/>
              <p:nvPr/>
            </p:nvSpPr>
            <p:spPr>
              <a:xfrm>
                <a:off x="2915647" y="1173481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DEF001C2-14A3-1C26-CE21-4BB45FDD84AD}"/>
                  </a:ext>
                </a:extLst>
              </p:cNvPr>
              <p:cNvCxnSpPr>
                <a:cxnSpLocks/>
                <a:stCxn id="157" idx="6"/>
                <a:endCxn id="156" idx="2"/>
              </p:cNvCxnSpPr>
              <p:nvPr/>
            </p:nvCxnSpPr>
            <p:spPr>
              <a:xfrm>
                <a:off x="3007087" y="1219201"/>
                <a:ext cx="86088" cy="0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Straight Connector 158">
                <a:extLst>
                  <a:ext uri="{FF2B5EF4-FFF2-40B4-BE49-F238E27FC236}">
                    <a16:creationId xmlns:a16="http://schemas.microsoft.com/office/drawing/2014/main" id="{28E1FF53-CD0E-289E-51C6-9D63C6ADEA92}"/>
                  </a:ext>
                </a:extLst>
              </p:cNvPr>
              <p:cNvCxnSpPr>
                <a:cxnSpLocks/>
                <a:endCxn id="155" idx="2"/>
              </p:cNvCxnSpPr>
              <p:nvPr/>
            </p:nvCxnSpPr>
            <p:spPr>
              <a:xfrm>
                <a:off x="3184615" y="1219201"/>
                <a:ext cx="80736" cy="0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Straight Connector 159">
                <a:extLst>
                  <a:ext uri="{FF2B5EF4-FFF2-40B4-BE49-F238E27FC236}">
                    <a16:creationId xmlns:a16="http://schemas.microsoft.com/office/drawing/2014/main" id="{3D39A6A8-0C02-F2CE-ABC8-E8A3BEDC4307}"/>
                  </a:ext>
                </a:extLst>
              </p:cNvPr>
              <p:cNvCxnSpPr>
                <a:cxnSpLocks/>
                <a:stCxn id="155" idx="6"/>
                <a:endCxn id="154" idx="2"/>
              </p:cNvCxnSpPr>
              <p:nvPr/>
            </p:nvCxnSpPr>
            <p:spPr>
              <a:xfrm flipV="1">
                <a:off x="3356791" y="1218114"/>
                <a:ext cx="81214" cy="1087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Straight Connector 160">
                <a:extLst>
                  <a:ext uri="{FF2B5EF4-FFF2-40B4-BE49-F238E27FC236}">
                    <a16:creationId xmlns:a16="http://schemas.microsoft.com/office/drawing/2014/main" id="{5153DD33-F489-9891-F414-415CE88F8D47}"/>
                  </a:ext>
                </a:extLst>
              </p:cNvPr>
              <p:cNvCxnSpPr>
                <a:cxnSpLocks/>
                <a:stCxn id="154" idx="6"/>
                <a:endCxn id="149" idx="2"/>
              </p:cNvCxnSpPr>
              <p:nvPr/>
            </p:nvCxnSpPr>
            <p:spPr>
              <a:xfrm>
                <a:off x="3529445" y="1218114"/>
                <a:ext cx="84229" cy="1086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Straight Connector 161">
                <a:extLst>
                  <a:ext uri="{FF2B5EF4-FFF2-40B4-BE49-F238E27FC236}">
                    <a16:creationId xmlns:a16="http://schemas.microsoft.com/office/drawing/2014/main" id="{4E65845A-D0A6-FD08-2057-3D52CF3518E1}"/>
                  </a:ext>
                </a:extLst>
              </p:cNvPr>
              <p:cNvCxnSpPr>
                <a:cxnSpLocks/>
                <a:stCxn id="149" idx="6"/>
                <a:endCxn id="150" idx="2"/>
              </p:cNvCxnSpPr>
              <p:nvPr/>
            </p:nvCxnSpPr>
            <p:spPr>
              <a:xfrm>
                <a:off x="3705114" y="1219200"/>
                <a:ext cx="85639" cy="0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5773A580-78D5-B958-C5D0-6335597CC4D2}"/>
                  </a:ext>
                </a:extLst>
              </p:cNvPr>
              <p:cNvCxnSpPr>
                <a:cxnSpLocks/>
                <a:stCxn id="150" idx="6"/>
                <a:endCxn id="151" idx="2"/>
              </p:cNvCxnSpPr>
              <p:nvPr/>
            </p:nvCxnSpPr>
            <p:spPr>
              <a:xfrm flipV="1">
                <a:off x="3882193" y="1218114"/>
                <a:ext cx="82755" cy="1086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C781E88D-0862-EF94-FC99-3987677B3C25}"/>
                  </a:ext>
                </a:extLst>
              </p:cNvPr>
              <p:cNvCxnSpPr>
                <a:cxnSpLocks/>
                <a:stCxn id="151" idx="6"/>
                <a:endCxn id="152" idx="2"/>
              </p:cNvCxnSpPr>
              <p:nvPr/>
            </p:nvCxnSpPr>
            <p:spPr>
              <a:xfrm flipV="1">
                <a:off x="4056388" y="1217699"/>
                <a:ext cx="93255" cy="415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3AD5AAF8-8957-BA00-A5BD-C5A5AAFA93C2}"/>
                  </a:ext>
                </a:extLst>
              </p:cNvPr>
              <p:cNvCxnSpPr>
                <a:cxnSpLocks/>
                <a:stCxn id="153" idx="2"/>
                <a:endCxn id="152" idx="6"/>
              </p:cNvCxnSpPr>
              <p:nvPr/>
            </p:nvCxnSpPr>
            <p:spPr>
              <a:xfrm flipH="1" flipV="1">
                <a:off x="4241083" y="1217699"/>
                <a:ext cx="81913" cy="415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0D80E489-FFCC-BCD8-10FD-1585C7A6D179}"/>
                </a:ext>
              </a:extLst>
            </p:cNvPr>
            <p:cNvGrpSpPr/>
            <p:nvPr/>
          </p:nvGrpSpPr>
          <p:grpSpPr>
            <a:xfrm>
              <a:off x="3509471" y="1595616"/>
              <a:ext cx="1498789" cy="94064"/>
              <a:chOff x="2915647" y="1172394"/>
              <a:chExt cx="1498789" cy="94064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587D94D4-11DE-6D4A-26BB-54460FA47CC1}"/>
                  </a:ext>
                </a:extLst>
              </p:cNvPr>
              <p:cNvSpPr/>
              <p:nvPr/>
            </p:nvSpPr>
            <p:spPr>
              <a:xfrm>
                <a:off x="3613674" y="1173480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168" name="Oval 167">
                <a:extLst>
                  <a:ext uri="{FF2B5EF4-FFF2-40B4-BE49-F238E27FC236}">
                    <a16:creationId xmlns:a16="http://schemas.microsoft.com/office/drawing/2014/main" id="{EAD7BE54-BC7A-5844-5E06-13B81A6B0C8F}"/>
                  </a:ext>
                </a:extLst>
              </p:cNvPr>
              <p:cNvSpPr/>
              <p:nvPr/>
            </p:nvSpPr>
            <p:spPr>
              <a:xfrm>
                <a:off x="3790753" y="1173480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7799F2EB-7E53-3529-9DE2-FCCA3FA3D353}"/>
                  </a:ext>
                </a:extLst>
              </p:cNvPr>
              <p:cNvSpPr/>
              <p:nvPr/>
            </p:nvSpPr>
            <p:spPr>
              <a:xfrm>
                <a:off x="3964948" y="1172394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170" name="Oval 169">
                <a:extLst>
                  <a:ext uri="{FF2B5EF4-FFF2-40B4-BE49-F238E27FC236}">
                    <a16:creationId xmlns:a16="http://schemas.microsoft.com/office/drawing/2014/main" id="{412DF5A5-927A-9EFD-7054-18BE9910F461}"/>
                  </a:ext>
                </a:extLst>
              </p:cNvPr>
              <p:cNvSpPr/>
              <p:nvPr/>
            </p:nvSpPr>
            <p:spPr>
              <a:xfrm>
                <a:off x="4147890" y="1175018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 dirty="0"/>
              </a:p>
            </p:txBody>
          </p:sp>
          <p:sp>
            <p:nvSpPr>
              <p:cNvPr id="171" name="Oval 170">
                <a:extLst>
                  <a:ext uri="{FF2B5EF4-FFF2-40B4-BE49-F238E27FC236}">
                    <a16:creationId xmlns:a16="http://schemas.microsoft.com/office/drawing/2014/main" id="{3878346E-2F3D-D679-6FF7-DDFBA82C1D5B}"/>
                  </a:ext>
                </a:extLst>
              </p:cNvPr>
              <p:cNvSpPr/>
              <p:nvPr/>
            </p:nvSpPr>
            <p:spPr>
              <a:xfrm>
                <a:off x="4322996" y="1172394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172" name="Oval 171">
                <a:extLst>
                  <a:ext uri="{FF2B5EF4-FFF2-40B4-BE49-F238E27FC236}">
                    <a16:creationId xmlns:a16="http://schemas.microsoft.com/office/drawing/2014/main" id="{278DF048-74F1-899E-3FA7-A74554438E46}"/>
                  </a:ext>
                </a:extLst>
              </p:cNvPr>
              <p:cNvSpPr/>
              <p:nvPr/>
            </p:nvSpPr>
            <p:spPr>
              <a:xfrm>
                <a:off x="3438005" y="1172394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173" name="Oval 172">
                <a:extLst>
                  <a:ext uri="{FF2B5EF4-FFF2-40B4-BE49-F238E27FC236}">
                    <a16:creationId xmlns:a16="http://schemas.microsoft.com/office/drawing/2014/main" id="{5E92ADAA-EF84-945A-24A3-4F6C46245CBC}"/>
                  </a:ext>
                </a:extLst>
              </p:cNvPr>
              <p:cNvSpPr/>
              <p:nvPr/>
            </p:nvSpPr>
            <p:spPr>
              <a:xfrm>
                <a:off x="3265351" y="1173481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174" name="Oval 173">
                <a:extLst>
                  <a:ext uri="{FF2B5EF4-FFF2-40B4-BE49-F238E27FC236}">
                    <a16:creationId xmlns:a16="http://schemas.microsoft.com/office/drawing/2014/main" id="{68545ACF-E071-1177-2BC2-8678C6E8D502}"/>
                  </a:ext>
                </a:extLst>
              </p:cNvPr>
              <p:cNvSpPr/>
              <p:nvPr/>
            </p:nvSpPr>
            <p:spPr>
              <a:xfrm>
                <a:off x="3093175" y="1173481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73363D43-CCD8-F6E5-25B1-512BEAA4923D}"/>
                  </a:ext>
                </a:extLst>
              </p:cNvPr>
              <p:cNvSpPr/>
              <p:nvPr/>
            </p:nvSpPr>
            <p:spPr>
              <a:xfrm>
                <a:off x="2915647" y="1173481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3F59F2D4-16BC-2945-4A5F-9257821F5987}"/>
                  </a:ext>
                </a:extLst>
              </p:cNvPr>
              <p:cNvCxnSpPr>
                <a:cxnSpLocks/>
                <a:stCxn id="175" idx="6"/>
                <a:endCxn id="174" idx="2"/>
              </p:cNvCxnSpPr>
              <p:nvPr/>
            </p:nvCxnSpPr>
            <p:spPr>
              <a:xfrm>
                <a:off x="3007087" y="1219201"/>
                <a:ext cx="86088" cy="0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Straight Connector 176">
                <a:extLst>
                  <a:ext uri="{FF2B5EF4-FFF2-40B4-BE49-F238E27FC236}">
                    <a16:creationId xmlns:a16="http://schemas.microsoft.com/office/drawing/2014/main" id="{12A75046-434C-ABC3-7368-09CA81966B26}"/>
                  </a:ext>
                </a:extLst>
              </p:cNvPr>
              <p:cNvCxnSpPr>
                <a:cxnSpLocks/>
                <a:endCxn id="173" idx="2"/>
              </p:cNvCxnSpPr>
              <p:nvPr/>
            </p:nvCxnSpPr>
            <p:spPr>
              <a:xfrm>
                <a:off x="3184615" y="1219201"/>
                <a:ext cx="80736" cy="0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Straight Connector 177">
                <a:extLst>
                  <a:ext uri="{FF2B5EF4-FFF2-40B4-BE49-F238E27FC236}">
                    <a16:creationId xmlns:a16="http://schemas.microsoft.com/office/drawing/2014/main" id="{BAA37CE7-2008-6E3A-CE1A-CD2C6D1D429D}"/>
                  </a:ext>
                </a:extLst>
              </p:cNvPr>
              <p:cNvCxnSpPr>
                <a:cxnSpLocks/>
                <a:stCxn id="173" idx="6"/>
                <a:endCxn id="172" idx="2"/>
              </p:cNvCxnSpPr>
              <p:nvPr/>
            </p:nvCxnSpPr>
            <p:spPr>
              <a:xfrm flipV="1">
                <a:off x="3356791" y="1218114"/>
                <a:ext cx="81214" cy="1087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Straight Connector 178">
                <a:extLst>
                  <a:ext uri="{FF2B5EF4-FFF2-40B4-BE49-F238E27FC236}">
                    <a16:creationId xmlns:a16="http://schemas.microsoft.com/office/drawing/2014/main" id="{14802A63-FA00-E560-898D-1BE76E177781}"/>
                  </a:ext>
                </a:extLst>
              </p:cNvPr>
              <p:cNvCxnSpPr>
                <a:cxnSpLocks/>
                <a:stCxn id="172" idx="6"/>
                <a:endCxn id="167" idx="2"/>
              </p:cNvCxnSpPr>
              <p:nvPr/>
            </p:nvCxnSpPr>
            <p:spPr>
              <a:xfrm>
                <a:off x="3529445" y="1218114"/>
                <a:ext cx="84229" cy="1086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5004AECF-92EF-C351-0809-DC3578A8250B}"/>
                  </a:ext>
                </a:extLst>
              </p:cNvPr>
              <p:cNvCxnSpPr>
                <a:cxnSpLocks/>
                <a:stCxn id="167" idx="6"/>
                <a:endCxn id="168" idx="2"/>
              </p:cNvCxnSpPr>
              <p:nvPr/>
            </p:nvCxnSpPr>
            <p:spPr>
              <a:xfrm>
                <a:off x="3705114" y="1219200"/>
                <a:ext cx="85639" cy="0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>
                <a:extLst>
                  <a:ext uri="{FF2B5EF4-FFF2-40B4-BE49-F238E27FC236}">
                    <a16:creationId xmlns:a16="http://schemas.microsoft.com/office/drawing/2014/main" id="{F75C111F-DAFD-C844-51A7-797E729F24C5}"/>
                  </a:ext>
                </a:extLst>
              </p:cNvPr>
              <p:cNvCxnSpPr>
                <a:cxnSpLocks/>
                <a:stCxn id="168" idx="6"/>
                <a:endCxn id="169" idx="2"/>
              </p:cNvCxnSpPr>
              <p:nvPr/>
            </p:nvCxnSpPr>
            <p:spPr>
              <a:xfrm flipV="1">
                <a:off x="3882193" y="1218114"/>
                <a:ext cx="82755" cy="1086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>
                <a:extLst>
                  <a:ext uri="{FF2B5EF4-FFF2-40B4-BE49-F238E27FC236}">
                    <a16:creationId xmlns:a16="http://schemas.microsoft.com/office/drawing/2014/main" id="{98A82F9E-4111-FA15-3242-5359A6DF8528}"/>
                  </a:ext>
                </a:extLst>
              </p:cNvPr>
              <p:cNvCxnSpPr>
                <a:cxnSpLocks/>
                <a:stCxn id="169" idx="6"/>
                <a:endCxn id="170" idx="2"/>
              </p:cNvCxnSpPr>
              <p:nvPr/>
            </p:nvCxnSpPr>
            <p:spPr>
              <a:xfrm>
                <a:off x="4056388" y="1218114"/>
                <a:ext cx="91502" cy="2624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74C1B16E-0245-4A3D-0749-E39826634F17}"/>
                  </a:ext>
                </a:extLst>
              </p:cNvPr>
              <p:cNvCxnSpPr>
                <a:cxnSpLocks/>
                <a:stCxn id="171" idx="2"/>
                <a:endCxn id="170" idx="6"/>
              </p:cNvCxnSpPr>
              <p:nvPr/>
            </p:nvCxnSpPr>
            <p:spPr>
              <a:xfrm flipH="1">
                <a:off x="4239330" y="1218114"/>
                <a:ext cx="83666" cy="2624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59836B83-B874-6818-8E3A-5250EB96AA0A}"/>
                </a:ext>
              </a:extLst>
            </p:cNvPr>
            <p:cNvGrpSpPr/>
            <p:nvPr/>
          </p:nvGrpSpPr>
          <p:grpSpPr>
            <a:xfrm>
              <a:off x="3509471" y="1739903"/>
              <a:ext cx="1498789" cy="92527"/>
              <a:chOff x="2915647" y="1172394"/>
              <a:chExt cx="1498789" cy="92527"/>
            </a:xfrm>
            <a:solidFill>
              <a:schemeClr val="tx1">
                <a:lumMod val="95000"/>
                <a:lumOff val="5000"/>
              </a:schemeClr>
            </a:solidFill>
          </p:grpSpPr>
          <p:sp>
            <p:nvSpPr>
              <p:cNvPr id="185" name="Oval 184">
                <a:extLst>
                  <a:ext uri="{FF2B5EF4-FFF2-40B4-BE49-F238E27FC236}">
                    <a16:creationId xmlns:a16="http://schemas.microsoft.com/office/drawing/2014/main" id="{E859CF28-8CB2-6ADF-0DD5-5B498F10DA04}"/>
                  </a:ext>
                </a:extLst>
              </p:cNvPr>
              <p:cNvSpPr/>
              <p:nvPr/>
            </p:nvSpPr>
            <p:spPr>
              <a:xfrm>
                <a:off x="3613674" y="1173480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186" name="Oval 185">
                <a:extLst>
                  <a:ext uri="{FF2B5EF4-FFF2-40B4-BE49-F238E27FC236}">
                    <a16:creationId xmlns:a16="http://schemas.microsoft.com/office/drawing/2014/main" id="{D7D3BE8A-195D-AA5D-BEDC-D71E5ED00CC5}"/>
                  </a:ext>
                </a:extLst>
              </p:cNvPr>
              <p:cNvSpPr/>
              <p:nvPr/>
            </p:nvSpPr>
            <p:spPr>
              <a:xfrm>
                <a:off x="3790753" y="1173480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187" name="Oval 186">
                <a:extLst>
                  <a:ext uri="{FF2B5EF4-FFF2-40B4-BE49-F238E27FC236}">
                    <a16:creationId xmlns:a16="http://schemas.microsoft.com/office/drawing/2014/main" id="{65695454-4242-1899-C85F-34D7F8659467}"/>
                  </a:ext>
                </a:extLst>
              </p:cNvPr>
              <p:cNvSpPr/>
              <p:nvPr/>
            </p:nvSpPr>
            <p:spPr>
              <a:xfrm>
                <a:off x="3964948" y="1172394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188" name="Oval 187">
                <a:extLst>
                  <a:ext uri="{FF2B5EF4-FFF2-40B4-BE49-F238E27FC236}">
                    <a16:creationId xmlns:a16="http://schemas.microsoft.com/office/drawing/2014/main" id="{7489A453-036D-970B-CCD1-8F65BB212ACD}"/>
                  </a:ext>
                </a:extLst>
              </p:cNvPr>
              <p:cNvSpPr/>
              <p:nvPr/>
            </p:nvSpPr>
            <p:spPr>
              <a:xfrm>
                <a:off x="4150599" y="1172456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189" name="Oval 188">
                <a:extLst>
                  <a:ext uri="{FF2B5EF4-FFF2-40B4-BE49-F238E27FC236}">
                    <a16:creationId xmlns:a16="http://schemas.microsoft.com/office/drawing/2014/main" id="{3850FEB4-346E-439B-C4DB-461EA4119856}"/>
                  </a:ext>
                </a:extLst>
              </p:cNvPr>
              <p:cNvSpPr/>
              <p:nvPr/>
            </p:nvSpPr>
            <p:spPr>
              <a:xfrm>
                <a:off x="4322996" y="1172394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190" name="Oval 189">
                <a:extLst>
                  <a:ext uri="{FF2B5EF4-FFF2-40B4-BE49-F238E27FC236}">
                    <a16:creationId xmlns:a16="http://schemas.microsoft.com/office/drawing/2014/main" id="{39ED0279-EEB9-9C37-1D67-AC6E8ECB2C12}"/>
                  </a:ext>
                </a:extLst>
              </p:cNvPr>
              <p:cNvSpPr/>
              <p:nvPr/>
            </p:nvSpPr>
            <p:spPr>
              <a:xfrm>
                <a:off x="3438005" y="1172394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191" name="Oval 190">
                <a:extLst>
                  <a:ext uri="{FF2B5EF4-FFF2-40B4-BE49-F238E27FC236}">
                    <a16:creationId xmlns:a16="http://schemas.microsoft.com/office/drawing/2014/main" id="{D4E96725-1D1E-F5DC-AD6D-91F36F754175}"/>
                  </a:ext>
                </a:extLst>
              </p:cNvPr>
              <p:cNvSpPr/>
              <p:nvPr/>
            </p:nvSpPr>
            <p:spPr>
              <a:xfrm>
                <a:off x="3265351" y="1173481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192" name="Oval 191">
                <a:extLst>
                  <a:ext uri="{FF2B5EF4-FFF2-40B4-BE49-F238E27FC236}">
                    <a16:creationId xmlns:a16="http://schemas.microsoft.com/office/drawing/2014/main" id="{E3A894B3-D58A-B8A1-817A-813BD69A840E}"/>
                  </a:ext>
                </a:extLst>
              </p:cNvPr>
              <p:cNvSpPr/>
              <p:nvPr/>
            </p:nvSpPr>
            <p:spPr>
              <a:xfrm>
                <a:off x="3093175" y="1173481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193" name="Oval 192">
                <a:extLst>
                  <a:ext uri="{FF2B5EF4-FFF2-40B4-BE49-F238E27FC236}">
                    <a16:creationId xmlns:a16="http://schemas.microsoft.com/office/drawing/2014/main" id="{0A8571EE-148C-C078-327C-059B361710A2}"/>
                  </a:ext>
                </a:extLst>
              </p:cNvPr>
              <p:cNvSpPr/>
              <p:nvPr/>
            </p:nvSpPr>
            <p:spPr>
              <a:xfrm>
                <a:off x="2915647" y="1173481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cxnSp>
            <p:nvCxnSpPr>
              <p:cNvPr id="194" name="Straight Connector 193">
                <a:extLst>
                  <a:ext uri="{FF2B5EF4-FFF2-40B4-BE49-F238E27FC236}">
                    <a16:creationId xmlns:a16="http://schemas.microsoft.com/office/drawing/2014/main" id="{C73BE76A-92AE-AC6C-D07F-54545A42023C}"/>
                  </a:ext>
                </a:extLst>
              </p:cNvPr>
              <p:cNvCxnSpPr>
                <a:cxnSpLocks/>
                <a:stCxn id="193" idx="6"/>
                <a:endCxn id="192" idx="2"/>
              </p:cNvCxnSpPr>
              <p:nvPr/>
            </p:nvCxnSpPr>
            <p:spPr>
              <a:xfrm>
                <a:off x="3007087" y="1219201"/>
                <a:ext cx="86088" cy="0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Straight Connector 194">
                <a:extLst>
                  <a:ext uri="{FF2B5EF4-FFF2-40B4-BE49-F238E27FC236}">
                    <a16:creationId xmlns:a16="http://schemas.microsoft.com/office/drawing/2014/main" id="{DAEF2027-2EBC-B993-3C5F-9B6F2984D452}"/>
                  </a:ext>
                </a:extLst>
              </p:cNvPr>
              <p:cNvCxnSpPr>
                <a:cxnSpLocks/>
                <a:endCxn id="191" idx="2"/>
              </p:cNvCxnSpPr>
              <p:nvPr/>
            </p:nvCxnSpPr>
            <p:spPr>
              <a:xfrm>
                <a:off x="3184615" y="1219201"/>
                <a:ext cx="80736" cy="0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Straight Connector 195">
                <a:extLst>
                  <a:ext uri="{FF2B5EF4-FFF2-40B4-BE49-F238E27FC236}">
                    <a16:creationId xmlns:a16="http://schemas.microsoft.com/office/drawing/2014/main" id="{E8AD1C43-BBE2-C705-6D5D-FF03D7690445}"/>
                  </a:ext>
                </a:extLst>
              </p:cNvPr>
              <p:cNvCxnSpPr>
                <a:cxnSpLocks/>
                <a:stCxn id="191" idx="6"/>
                <a:endCxn id="190" idx="2"/>
              </p:cNvCxnSpPr>
              <p:nvPr/>
            </p:nvCxnSpPr>
            <p:spPr>
              <a:xfrm flipV="1">
                <a:off x="3356791" y="1218114"/>
                <a:ext cx="81214" cy="1087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>
                <a:extLst>
                  <a:ext uri="{FF2B5EF4-FFF2-40B4-BE49-F238E27FC236}">
                    <a16:creationId xmlns:a16="http://schemas.microsoft.com/office/drawing/2014/main" id="{CAE4220B-268A-24B2-93AC-C1BC75153D98}"/>
                  </a:ext>
                </a:extLst>
              </p:cNvPr>
              <p:cNvCxnSpPr>
                <a:cxnSpLocks/>
                <a:stCxn id="190" idx="6"/>
                <a:endCxn id="185" idx="2"/>
              </p:cNvCxnSpPr>
              <p:nvPr/>
            </p:nvCxnSpPr>
            <p:spPr>
              <a:xfrm>
                <a:off x="3529445" y="1218114"/>
                <a:ext cx="84229" cy="1086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>
                <a:extLst>
                  <a:ext uri="{FF2B5EF4-FFF2-40B4-BE49-F238E27FC236}">
                    <a16:creationId xmlns:a16="http://schemas.microsoft.com/office/drawing/2014/main" id="{4A3A181C-067B-92BD-8F04-BB033AF172B8}"/>
                  </a:ext>
                </a:extLst>
              </p:cNvPr>
              <p:cNvCxnSpPr>
                <a:cxnSpLocks/>
                <a:stCxn id="185" idx="6"/>
                <a:endCxn id="186" idx="2"/>
              </p:cNvCxnSpPr>
              <p:nvPr/>
            </p:nvCxnSpPr>
            <p:spPr>
              <a:xfrm>
                <a:off x="3705114" y="1219200"/>
                <a:ext cx="85639" cy="0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>
                <a:extLst>
                  <a:ext uri="{FF2B5EF4-FFF2-40B4-BE49-F238E27FC236}">
                    <a16:creationId xmlns:a16="http://schemas.microsoft.com/office/drawing/2014/main" id="{40B95B4D-832C-3B9D-362A-B9EF311E244F}"/>
                  </a:ext>
                </a:extLst>
              </p:cNvPr>
              <p:cNvCxnSpPr>
                <a:cxnSpLocks/>
                <a:stCxn id="186" idx="6"/>
                <a:endCxn id="187" idx="2"/>
              </p:cNvCxnSpPr>
              <p:nvPr/>
            </p:nvCxnSpPr>
            <p:spPr>
              <a:xfrm flipV="1">
                <a:off x="3882193" y="1218114"/>
                <a:ext cx="82755" cy="1086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D2C86EFF-19F7-916F-3DBC-27050C1FDB19}"/>
                  </a:ext>
                </a:extLst>
              </p:cNvPr>
              <p:cNvCxnSpPr>
                <a:cxnSpLocks/>
                <a:stCxn id="187" idx="6"/>
                <a:endCxn id="188" idx="2"/>
              </p:cNvCxnSpPr>
              <p:nvPr/>
            </p:nvCxnSpPr>
            <p:spPr>
              <a:xfrm>
                <a:off x="4056388" y="1218114"/>
                <a:ext cx="94211" cy="62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15E6705E-4DA1-88C6-11D1-CF368256B30C}"/>
                  </a:ext>
                </a:extLst>
              </p:cNvPr>
              <p:cNvCxnSpPr>
                <a:cxnSpLocks/>
                <a:stCxn id="189" idx="2"/>
                <a:endCxn id="188" idx="6"/>
              </p:cNvCxnSpPr>
              <p:nvPr/>
            </p:nvCxnSpPr>
            <p:spPr>
              <a:xfrm flipH="1">
                <a:off x="4242039" y="1218114"/>
                <a:ext cx="80957" cy="62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03" name="Rectangle 202">
            <a:extLst>
              <a:ext uri="{FF2B5EF4-FFF2-40B4-BE49-F238E27FC236}">
                <a16:creationId xmlns:a16="http://schemas.microsoft.com/office/drawing/2014/main" id="{6D7593E2-8021-72DA-0F2F-2FF8D06886E9}"/>
              </a:ext>
            </a:extLst>
          </p:cNvPr>
          <p:cNvSpPr/>
          <p:nvPr/>
        </p:nvSpPr>
        <p:spPr>
          <a:xfrm>
            <a:off x="2852057" y="674915"/>
            <a:ext cx="1436914" cy="732972"/>
          </a:xfrm>
          <a:prstGeom prst="rect">
            <a:avLst/>
          </a:prstGeom>
          <a:noFill/>
          <a:ln w="12700">
            <a:solidFill>
              <a:srgbClr val="3333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163C8617-F87D-19FB-70E8-662744BEF65D}"/>
              </a:ext>
            </a:extLst>
          </p:cNvPr>
          <p:cNvSpPr/>
          <p:nvPr/>
        </p:nvSpPr>
        <p:spPr>
          <a:xfrm>
            <a:off x="5852516" y="1084945"/>
            <a:ext cx="5236397" cy="1904998"/>
          </a:xfrm>
          <a:prstGeom prst="rect">
            <a:avLst/>
          </a:prstGeom>
          <a:noFill/>
          <a:ln w="28575">
            <a:solidFill>
              <a:srgbClr val="3333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400" dirty="0">
              <a:solidFill>
                <a:srgbClr val="FF0000"/>
              </a:solidFill>
            </a:endParaRPr>
          </a:p>
        </p:txBody>
      </p: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ABA4EF47-2F02-C03D-B5BE-03525E5FBB5C}"/>
              </a:ext>
            </a:extLst>
          </p:cNvPr>
          <p:cNvCxnSpPr>
            <a:cxnSpLocks/>
            <a:stCxn id="203" idx="3"/>
          </p:cNvCxnSpPr>
          <p:nvPr/>
        </p:nvCxnSpPr>
        <p:spPr>
          <a:xfrm>
            <a:off x="4288971" y="1041401"/>
            <a:ext cx="1563546" cy="40640"/>
          </a:xfrm>
          <a:prstGeom prst="line">
            <a:avLst/>
          </a:prstGeom>
          <a:ln>
            <a:solidFill>
              <a:srgbClr val="3333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D38A1DCC-4DB0-DB20-A23B-865995E9DC73}"/>
              </a:ext>
            </a:extLst>
          </p:cNvPr>
          <p:cNvCxnSpPr>
            <a:cxnSpLocks/>
          </p:cNvCxnSpPr>
          <p:nvPr/>
        </p:nvCxnSpPr>
        <p:spPr>
          <a:xfrm>
            <a:off x="4030616" y="1407887"/>
            <a:ext cx="1821901" cy="1582056"/>
          </a:xfrm>
          <a:prstGeom prst="line">
            <a:avLst/>
          </a:prstGeom>
          <a:ln>
            <a:solidFill>
              <a:srgbClr val="3333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8" name="TextBox 217">
            <a:extLst>
              <a:ext uri="{FF2B5EF4-FFF2-40B4-BE49-F238E27FC236}">
                <a16:creationId xmlns:a16="http://schemas.microsoft.com/office/drawing/2014/main" id="{85BAC42B-E0ED-B83E-874A-729F511FCFC3}"/>
              </a:ext>
            </a:extLst>
          </p:cNvPr>
          <p:cNvSpPr txBox="1"/>
          <p:nvPr/>
        </p:nvSpPr>
        <p:spPr>
          <a:xfrm>
            <a:off x="10085972" y="1242061"/>
            <a:ext cx="449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1800" dirty="0">
                <a:solidFill>
                  <a:srgbClr val="FF0000"/>
                </a:solidFill>
              </a:rPr>
              <a:t>t1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A81F277C-05FB-75AA-57DF-C729DD2B8BE1}"/>
              </a:ext>
            </a:extLst>
          </p:cNvPr>
          <p:cNvSpPr txBox="1"/>
          <p:nvPr/>
        </p:nvSpPr>
        <p:spPr>
          <a:xfrm>
            <a:off x="10091769" y="1707510"/>
            <a:ext cx="449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1800" dirty="0">
                <a:solidFill>
                  <a:srgbClr val="FF0000"/>
                </a:solidFill>
              </a:rPr>
              <a:t>t2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68A77148-34E4-C730-9882-4442190E5C1B}"/>
              </a:ext>
            </a:extLst>
          </p:cNvPr>
          <p:cNvSpPr txBox="1"/>
          <p:nvPr/>
        </p:nvSpPr>
        <p:spPr>
          <a:xfrm>
            <a:off x="10085971" y="2083207"/>
            <a:ext cx="449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1800" dirty="0">
                <a:solidFill>
                  <a:srgbClr val="FF0000"/>
                </a:solidFill>
              </a:rPr>
              <a:t>…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1FED64FD-0D6D-B769-E3E0-59F71598DFEB}"/>
              </a:ext>
            </a:extLst>
          </p:cNvPr>
          <p:cNvSpPr txBox="1"/>
          <p:nvPr/>
        </p:nvSpPr>
        <p:spPr>
          <a:xfrm>
            <a:off x="10093228" y="2439128"/>
            <a:ext cx="449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1800" dirty="0" err="1">
                <a:solidFill>
                  <a:srgbClr val="FF0000"/>
                </a:solidFill>
              </a:rPr>
              <a:t>tn</a:t>
            </a:r>
            <a:endParaRPr lang="en-IE" sz="1800" dirty="0">
              <a:solidFill>
                <a:srgbClr val="FF0000"/>
              </a:solidFill>
            </a:endParaRPr>
          </a:p>
        </p:txBody>
      </p:sp>
      <p:cxnSp>
        <p:nvCxnSpPr>
          <p:cNvPr id="237" name="Straight Arrow Connector 236">
            <a:extLst>
              <a:ext uri="{FF2B5EF4-FFF2-40B4-BE49-F238E27FC236}">
                <a16:creationId xmlns:a16="http://schemas.microsoft.com/office/drawing/2014/main" id="{A69709E0-4AB4-94E9-0356-540B5504B8B7}"/>
              </a:ext>
            </a:extLst>
          </p:cNvPr>
          <p:cNvCxnSpPr>
            <a:cxnSpLocks/>
            <a:stCxn id="193" idx="4"/>
          </p:cNvCxnSpPr>
          <p:nvPr/>
        </p:nvCxnSpPr>
        <p:spPr>
          <a:xfrm>
            <a:off x="6218441" y="2757593"/>
            <a:ext cx="0" cy="1078683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TextBox 241">
            <a:extLst>
              <a:ext uri="{FF2B5EF4-FFF2-40B4-BE49-F238E27FC236}">
                <a16:creationId xmlns:a16="http://schemas.microsoft.com/office/drawing/2014/main" id="{B17F2FFD-1373-67BF-94E1-9E2A38F495AB}"/>
              </a:ext>
            </a:extLst>
          </p:cNvPr>
          <p:cNvSpPr txBox="1"/>
          <p:nvPr/>
        </p:nvSpPr>
        <p:spPr>
          <a:xfrm>
            <a:off x="1894326" y="3810390"/>
            <a:ext cx="523639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E" sz="2000" dirty="0"/>
              <a:t>latitude, longitude, sea surface temperature,  water depth, is substrate rocky,  biodiversity, water salinity, water pH, wave height,  oxygen content, nitrogen content, etc.</a:t>
            </a:r>
          </a:p>
          <a:p>
            <a:pPr algn="just"/>
            <a:r>
              <a:rPr lang="en-IE" sz="2000" b="1" dirty="0"/>
              <a:t>TARGET: </a:t>
            </a:r>
            <a:r>
              <a:rPr lang="en-IE" sz="2000" dirty="0">
                <a:highlight>
                  <a:srgbClr val="FFFF00"/>
                </a:highlight>
              </a:rPr>
              <a:t>Present / Not Present</a:t>
            </a:r>
          </a:p>
        </p:txBody>
      </p:sp>
      <p:cxnSp>
        <p:nvCxnSpPr>
          <p:cNvPr id="243" name="Straight Arrow Connector 242">
            <a:extLst>
              <a:ext uri="{FF2B5EF4-FFF2-40B4-BE49-F238E27FC236}">
                <a16:creationId xmlns:a16="http://schemas.microsoft.com/office/drawing/2014/main" id="{47374F32-F129-CF4F-F470-0D744816F9B0}"/>
              </a:ext>
            </a:extLst>
          </p:cNvPr>
          <p:cNvCxnSpPr>
            <a:cxnSpLocks/>
          </p:cNvCxnSpPr>
          <p:nvPr/>
        </p:nvCxnSpPr>
        <p:spPr>
          <a:xfrm>
            <a:off x="9270758" y="2632407"/>
            <a:ext cx="0" cy="106917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4" name="TextBox 243">
            <a:extLst>
              <a:ext uri="{FF2B5EF4-FFF2-40B4-BE49-F238E27FC236}">
                <a16:creationId xmlns:a16="http://schemas.microsoft.com/office/drawing/2014/main" id="{368BD17A-8934-2E7F-6B7A-B049BC061DE1}"/>
              </a:ext>
            </a:extLst>
          </p:cNvPr>
          <p:cNvSpPr txBox="1"/>
          <p:nvPr/>
        </p:nvSpPr>
        <p:spPr>
          <a:xfrm>
            <a:off x="8492359" y="3747185"/>
            <a:ext cx="25965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000" dirty="0"/>
              <a:t>Net direction and magnitude of water current, wind, marine traffic, etc.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771661B-4E12-652C-1EE9-7A186FF77A17}"/>
              </a:ext>
            </a:extLst>
          </p:cNvPr>
          <p:cNvSpPr txBox="1"/>
          <p:nvPr/>
        </p:nvSpPr>
        <p:spPr>
          <a:xfrm>
            <a:off x="6290427" y="3109609"/>
            <a:ext cx="905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NODE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255887-A51F-6B02-67EE-9E48AE4104ED}"/>
              </a:ext>
            </a:extLst>
          </p:cNvPr>
          <p:cNvSpPr txBox="1"/>
          <p:nvPr/>
        </p:nvSpPr>
        <p:spPr>
          <a:xfrm>
            <a:off x="9338054" y="3059668"/>
            <a:ext cx="905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LINK</a:t>
            </a:r>
          </a:p>
        </p:txBody>
      </p:sp>
    </p:spTree>
    <p:extLst>
      <p:ext uri="{BB962C8B-B14F-4D97-AF65-F5344CB8AC3E}">
        <p14:creationId xmlns:p14="http://schemas.microsoft.com/office/powerpoint/2010/main" val="3344567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038398-8087-4DF0-3D3D-644E13FE8D62}"/>
              </a:ext>
            </a:extLst>
          </p:cNvPr>
          <p:cNvSpPr/>
          <p:nvPr/>
        </p:nvSpPr>
        <p:spPr>
          <a:xfrm>
            <a:off x="798786" y="1208690"/>
            <a:ext cx="2946970" cy="2869324"/>
          </a:xfrm>
          <a:custGeom>
            <a:avLst/>
            <a:gdLst>
              <a:gd name="connsiteX0" fmla="*/ 0 w 2946970"/>
              <a:gd name="connsiteY0" fmla="*/ 0 h 2869324"/>
              <a:gd name="connsiteX1" fmla="*/ 530455 w 2946970"/>
              <a:gd name="connsiteY1" fmla="*/ 0 h 2869324"/>
              <a:gd name="connsiteX2" fmla="*/ 1119849 w 2946970"/>
              <a:gd name="connsiteY2" fmla="*/ 0 h 2869324"/>
              <a:gd name="connsiteX3" fmla="*/ 1738712 w 2946970"/>
              <a:gd name="connsiteY3" fmla="*/ 0 h 2869324"/>
              <a:gd name="connsiteX4" fmla="*/ 2239697 w 2946970"/>
              <a:gd name="connsiteY4" fmla="*/ 0 h 2869324"/>
              <a:gd name="connsiteX5" fmla="*/ 2946970 w 2946970"/>
              <a:gd name="connsiteY5" fmla="*/ 0 h 2869324"/>
              <a:gd name="connsiteX6" fmla="*/ 2946970 w 2946970"/>
              <a:gd name="connsiteY6" fmla="*/ 487785 h 2869324"/>
              <a:gd name="connsiteX7" fmla="*/ 2946970 w 2946970"/>
              <a:gd name="connsiteY7" fmla="*/ 1090343 h 2869324"/>
              <a:gd name="connsiteX8" fmla="*/ 2946970 w 2946970"/>
              <a:gd name="connsiteY8" fmla="*/ 1578128 h 2869324"/>
              <a:gd name="connsiteX9" fmla="*/ 2946970 w 2946970"/>
              <a:gd name="connsiteY9" fmla="*/ 2209379 h 2869324"/>
              <a:gd name="connsiteX10" fmla="*/ 2946970 w 2946970"/>
              <a:gd name="connsiteY10" fmla="*/ 2869324 h 2869324"/>
              <a:gd name="connsiteX11" fmla="*/ 2445985 w 2946970"/>
              <a:gd name="connsiteY11" fmla="*/ 2869324 h 2869324"/>
              <a:gd name="connsiteX12" fmla="*/ 1856591 w 2946970"/>
              <a:gd name="connsiteY12" fmla="*/ 2869324 h 2869324"/>
              <a:gd name="connsiteX13" fmla="*/ 1296667 w 2946970"/>
              <a:gd name="connsiteY13" fmla="*/ 2869324 h 2869324"/>
              <a:gd name="connsiteX14" fmla="*/ 736743 w 2946970"/>
              <a:gd name="connsiteY14" fmla="*/ 2869324 h 2869324"/>
              <a:gd name="connsiteX15" fmla="*/ 0 w 2946970"/>
              <a:gd name="connsiteY15" fmla="*/ 2869324 h 2869324"/>
              <a:gd name="connsiteX16" fmla="*/ 0 w 2946970"/>
              <a:gd name="connsiteY16" fmla="*/ 2238073 h 2869324"/>
              <a:gd name="connsiteX17" fmla="*/ 0 w 2946970"/>
              <a:gd name="connsiteY17" fmla="*/ 1664208 h 2869324"/>
              <a:gd name="connsiteX18" fmla="*/ 0 w 2946970"/>
              <a:gd name="connsiteY18" fmla="*/ 1176423 h 2869324"/>
              <a:gd name="connsiteX19" fmla="*/ 0 w 2946970"/>
              <a:gd name="connsiteY19" fmla="*/ 659945 h 2869324"/>
              <a:gd name="connsiteX20" fmla="*/ 0 w 2946970"/>
              <a:gd name="connsiteY20" fmla="*/ 0 h 2869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46970" h="2869324" fill="none" extrusionOk="0">
                <a:moveTo>
                  <a:pt x="0" y="0"/>
                </a:moveTo>
                <a:cubicBezTo>
                  <a:pt x="217087" y="-45336"/>
                  <a:pt x="271679" y="23352"/>
                  <a:pt x="530455" y="0"/>
                </a:cubicBezTo>
                <a:cubicBezTo>
                  <a:pt x="789231" y="-23352"/>
                  <a:pt x="833131" y="10656"/>
                  <a:pt x="1119849" y="0"/>
                </a:cubicBezTo>
                <a:cubicBezTo>
                  <a:pt x="1406567" y="-10656"/>
                  <a:pt x="1452961" y="43744"/>
                  <a:pt x="1738712" y="0"/>
                </a:cubicBezTo>
                <a:cubicBezTo>
                  <a:pt x="2024463" y="-43744"/>
                  <a:pt x="2011613" y="49255"/>
                  <a:pt x="2239697" y="0"/>
                </a:cubicBezTo>
                <a:cubicBezTo>
                  <a:pt x="2467781" y="-49255"/>
                  <a:pt x="2608917" y="2038"/>
                  <a:pt x="2946970" y="0"/>
                </a:cubicBezTo>
                <a:cubicBezTo>
                  <a:pt x="2976587" y="238808"/>
                  <a:pt x="2944740" y="303272"/>
                  <a:pt x="2946970" y="487785"/>
                </a:cubicBezTo>
                <a:cubicBezTo>
                  <a:pt x="2949200" y="672299"/>
                  <a:pt x="2910171" y="882947"/>
                  <a:pt x="2946970" y="1090343"/>
                </a:cubicBezTo>
                <a:cubicBezTo>
                  <a:pt x="2983769" y="1297739"/>
                  <a:pt x="2931027" y="1372334"/>
                  <a:pt x="2946970" y="1578128"/>
                </a:cubicBezTo>
                <a:cubicBezTo>
                  <a:pt x="2962913" y="1783922"/>
                  <a:pt x="2900176" y="1964656"/>
                  <a:pt x="2946970" y="2209379"/>
                </a:cubicBezTo>
                <a:cubicBezTo>
                  <a:pt x="2993764" y="2454102"/>
                  <a:pt x="2868300" y="2650482"/>
                  <a:pt x="2946970" y="2869324"/>
                </a:cubicBezTo>
                <a:cubicBezTo>
                  <a:pt x="2839972" y="2908657"/>
                  <a:pt x="2596335" y="2833295"/>
                  <a:pt x="2445985" y="2869324"/>
                </a:cubicBezTo>
                <a:cubicBezTo>
                  <a:pt x="2295636" y="2905353"/>
                  <a:pt x="2014704" y="2858449"/>
                  <a:pt x="1856591" y="2869324"/>
                </a:cubicBezTo>
                <a:cubicBezTo>
                  <a:pt x="1698478" y="2880199"/>
                  <a:pt x="1498976" y="2812128"/>
                  <a:pt x="1296667" y="2869324"/>
                </a:cubicBezTo>
                <a:cubicBezTo>
                  <a:pt x="1094358" y="2926520"/>
                  <a:pt x="903902" y="2856440"/>
                  <a:pt x="736743" y="2869324"/>
                </a:cubicBezTo>
                <a:cubicBezTo>
                  <a:pt x="569584" y="2882208"/>
                  <a:pt x="219530" y="2815690"/>
                  <a:pt x="0" y="2869324"/>
                </a:cubicBezTo>
                <a:cubicBezTo>
                  <a:pt x="-68215" y="2606187"/>
                  <a:pt x="24658" y="2391992"/>
                  <a:pt x="0" y="2238073"/>
                </a:cubicBezTo>
                <a:cubicBezTo>
                  <a:pt x="-24658" y="2084154"/>
                  <a:pt x="68845" y="1793061"/>
                  <a:pt x="0" y="1664208"/>
                </a:cubicBezTo>
                <a:cubicBezTo>
                  <a:pt x="-68845" y="1535355"/>
                  <a:pt x="9731" y="1378002"/>
                  <a:pt x="0" y="1176423"/>
                </a:cubicBezTo>
                <a:cubicBezTo>
                  <a:pt x="-9731" y="974844"/>
                  <a:pt x="56308" y="788501"/>
                  <a:pt x="0" y="659945"/>
                </a:cubicBezTo>
                <a:cubicBezTo>
                  <a:pt x="-56308" y="531389"/>
                  <a:pt x="44838" y="243138"/>
                  <a:pt x="0" y="0"/>
                </a:cubicBezTo>
                <a:close/>
              </a:path>
              <a:path w="2946970" h="2869324" stroke="0" extrusionOk="0">
                <a:moveTo>
                  <a:pt x="0" y="0"/>
                </a:moveTo>
                <a:cubicBezTo>
                  <a:pt x="197525" y="-9858"/>
                  <a:pt x="398223" y="19659"/>
                  <a:pt x="589394" y="0"/>
                </a:cubicBezTo>
                <a:cubicBezTo>
                  <a:pt x="780565" y="-19659"/>
                  <a:pt x="876306" y="58383"/>
                  <a:pt x="1119849" y="0"/>
                </a:cubicBezTo>
                <a:cubicBezTo>
                  <a:pt x="1363393" y="-58383"/>
                  <a:pt x="1551490" y="46548"/>
                  <a:pt x="1679773" y="0"/>
                </a:cubicBezTo>
                <a:cubicBezTo>
                  <a:pt x="1808056" y="-46548"/>
                  <a:pt x="2055773" y="27352"/>
                  <a:pt x="2239697" y="0"/>
                </a:cubicBezTo>
                <a:cubicBezTo>
                  <a:pt x="2423621" y="-27352"/>
                  <a:pt x="2646443" y="83065"/>
                  <a:pt x="2946970" y="0"/>
                </a:cubicBezTo>
                <a:cubicBezTo>
                  <a:pt x="2950765" y="120782"/>
                  <a:pt x="2894635" y="380358"/>
                  <a:pt x="2946970" y="487785"/>
                </a:cubicBezTo>
                <a:cubicBezTo>
                  <a:pt x="2999305" y="595213"/>
                  <a:pt x="2923156" y="844860"/>
                  <a:pt x="2946970" y="1090343"/>
                </a:cubicBezTo>
                <a:cubicBezTo>
                  <a:pt x="2970784" y="1335826"/>
                  <a:pt x="2933920" y="1393775"/>
                  <a:pt x="2946970" y="1635515"/>
                </a:cubicBezTo>
                <a:cubicBezTo>
                  <a:pt x="2960020" y="1877255"/>
                  <a:pt x="2904668" y="2026764"/>
                  <a:pt x="2946970" y="2151993"/>
                </a:cubicBezTo>
                <a:cubicBezTo>
                  <a:pt x="2989272" y="2277222"/>
                  <a:pt x="2892783" y="2547546"/>
                  <a:pt x="2946970" y="2869324"/>
                </a:cubicBezTo>
                <a:cubicBezTo>
                  <a:pt x="2798032" y="2882056"/>
                  <a:pt x="2642248" y="2856137"/>
                  <a:pt x="2416515" y="2869324"/>
                </a:cubicBezTo>
                <a:cubicBezTo>
                  <a:pt x="2190783" y="2882511"/>
                  <a:pt x="2048674" y="2797252"/>
                  <a:pt x="1797652" y="2869324"/>
                </a:cubicBezTo>
                <a:cubicBezTo>
                  <a:pt x="1546630" y="2941396"/>
                  <a:pt x="1418139" y="2853132"/>
                  <a:pt x="1208258" y="2869324"/>
                </a:cubicBezTo>
                <a:cubicBezTo>
                  <a:pt x="998377" y="2885516"/>
                  <a:pt x="801785" y="2810160"/>
                  <a:pt x="677803" y="2869324"/>
                </a:cubicBezTo>
                <a:cubicBezTo>
                  <a:pt x="553821" y="2928488"/>
                  <a:pt x="261229" y="2805924"/>
                  <a:pt x="0" y="2869324"/>
                </a:cubicBezTo>
                <a:cubicBezTo>
                  <a:pt x="-4135" y="2741659"/>
                  <a:pt x="5861" y="2601232"/>
                  <a:pt x="0" y="2352846"/>
                </a:cubicBezTo>
                <a:cubicBezTo>
                  <a:pt x="-5861" y="2104460"/>
                  <a:pt x="41305" y="1982207"/>
                  <a:pt x="0" y="1865061"/>
                </a:cubicBezTo>
                <a:cubicBezTo>
                  <a:pt x="-41305" y="1747916"/>
                  <a:pt x="22198" y="1561909"/>
                  <a:pt x="0" y="1291196"/>
                </a:cubicBezTo>
                <a:cubicBezTo>
                  <a:pt x="-22198" y="1020483"/>
                  <a:pt x="29729" y="844546"/>
                  <a:pt x="0" y="659945"/>
                </a:cubicBezTo>
                <a:cubicBezTo>
                  <a:pt x="-29729" y="475344"/>
                  <a:pt x="24862" y="166885"/>
                  <a:pt x="0" y="0"/>
                </a:cubicBezTo>
                <a:close/>
              </a:path>
            </a:pathLst>
          </a:cu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164786309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474E08F-0DE7-D5CC-AE41-BE9BF6F382C8}"/>
              </a:ext>
            </a:extLst>
          </p:cNvPr>
          <p:cNvSpPr/>
          <p:nvPr/>
        </p:nvSpPr>
        <p:spPr>
          <a:xfrm>
            <a:off x="981535" y="3331778"/>
            <a:ext cx="468892" cy="483475"/>
          </a:xfrm>
          <a:custGeom>
            <a:avLst/>
            <a:gdLst>
              <a:gd name="connsiteX0" fmla="*/ 458382 w 1604488"/>
              <a:gd name="connsiteY0" fmla="*/ 1345324 h 1576552"/>
              <a:gd name="connsiteX1" fmla="*/ 258685 w 1604488"/>
              <a:gd name="connsiteY1" fmla="*/ 546538 h 1576552"/>
              <a:gd name="connsiteX2" fmla="*/ 395320 w 1604488"/>
              <a:gd name="connsiteY2" fmla="*/ 493986 h 1576552"/>
              <a:gd name="connsiteX3" fmla="*/ 616037 w 1604488"/>
              <a:gd name="connsiteY3" fmla="*/ 641131 h 1576552"/>
              <a:gd name="connsiteX4" fmla="*/ 721141 w 1604488"/>
              <a:gd name="connsiteY4" fmla="*/ 840828 h 1576552"/>
              <a:gd name="connsiteX5" fmla="*/ 689610 w 1604488"/>
              <a:gd name="connsiteY5" fmla="*/ 1198179 h 1576552"/>
              <a:gd name="connsiteX6" fmla="*/ 658079 w 1604488"/>
              <a:gd name="connsiteY6" fmla="*/ 1240221 h 1576552"/>
              <a:gd name="connsiteX7" fmla="*/ 689610 w 1604488"/>
              <a:gd name="connsiteY7" fmla="*/ 1219200 h 1576552"/>
              <a:gd name="connsiteX8" fmla="*/ 479403 w 1604488"/>
              <a:gd name="connsiteY8" fmla="*/ 620110 h 1576552"/>
              <a:gd name="connsiteX9" fmla="*/ 216644 w 1604488"/>
              <a:gd name="connsiteY9" fmla="*/ 704193 h 1576552"/>
              <a:gd name="connsiteX10" fmla="*/ 122051 w 1604488"/>
              <a:gd name="connsiteY10" fmla="*/ 788276 h 1576552"/>
              <a:gd name="connsiteX11" fmla="*/ 90520 w 1604488"/>
              <a:gd name="connsiteY11" fmla="*/ 893379 h 1576552"/>
              <a:gd name="connsiteX12" fmla="*/ 342768 w 1604488"/>
              <a:gd name="connsiteY12" fmla="*/ 924910 h 1576552"/>
              <a:gd name="connsiteX13" fmla="*/ 658079 w 1604488"/>
              <a:gd name="connsiteY13" fmla="*/ 777766 h 1576552"/>
              <a:gd name="connsiteX14" fmla="*/ 794713 w 1604488"/>
              <a:gd name="connsiteY14" fmla="*/ 746235 h 1576552"/>
              <a:gd name="connsiteX15" fmla="*/ 395320 w 1604488"/>
              <a:gd name="connsiteY15" fmla="*/ 977462 h 1576552"/>
              <a:gd name="connsiteX16" fmla="*/ 143072 w 1604488"/>
              <a:gd name="connsiteY16" fmla="*/ 935421 h 1576552"/>
              <a:gd name="connsiteX17" fmla="*/ 6437 w 1604488"/>
              <a:gd name="connsiteY17" fmla="*/ 798786 h 1576552"/>
              <a:gd name="connsiteX18" fmla="*/ 416341 w 1604488"/>
              <a:gd name="connsiteY18" fmla="*/ 504497 h 1576552"/>
              <a:gd name="connsiteX19" fmla="*/ 1141554 w 1604488"/>
              <a:gd name="connsiteY19" fmla="*/ 767255 h 1576552"/>
              <a:gd name="connsiteX20" fmla="*/ 920837 w 1604488"/>
              <a:gd name="connsiteY20" fmla="*/ 430924 h 1576552"/>
              <a:gd name="connsiteX21" fmla="*/ 616037 w 1604488"/>
              <a:gd name="connsiteY21" fmla="*/ 73572 h 1576552"/>
              <a:gd name="connsiteX22" fmla="*/ 489913 w 1604488"/>
              <a:gd name="connsiteY22" fmla="*/ 0 h 1576552"/>
              <a:gd name="connsiteX23" fmla="*/ 426851 w 1604488"/>
              <a:gd name="connsiteY23" fmla="*/ 84083 h 1576552"/>
              <a:gd name="connsiteX24" fmla="*/ 584506 w 1604488"/>
              <a:gd name="connsiteY24" fmla="*/ 525517 h 1576552"/>
              <a:gd name="connsiteX25" fmla="*/ 878796 w 1604488"/>
              <a:gd name="connsiteY25" fmla="*/ 620110 h 1576552"/>
              <a:gd name="connsiteX26" fmla="*/ 962879 w 1604488"/>
              <a:gd name="connsiteY26" fmla="*/ 662152 h 1576552"/>
              <a:gd name="connsiteX27" fmla="*/ 794713 w 1604488"/>
              <a:gd name="connsiteY27" fmla="*/ 819807 h 1576552"/>
              <a:gd name="connsiteX28" fmla="*/ 405830 w 1604488"/>
              <a:gd name="connsiteY28" fmla="*/ 630621 h 1576552"/>
              <a:gd name="connsiteX29" fmla="*/ 258685 w 1604488"/>
              <a:gd name="connsiteY29" fmla="*/ 451945 h 1576552"/>
              <a:gd name="connsiteX30" fmla="*/ 290217 w 1604488"/>
              <a:gd name="connsiteY30" fmla="*/ 441435 h 1576552"/>
              <a:gd name="connsiteX31" fmla="*/ 710630 w 1604488"/>
              <a:gd name="connsiteY31" fmla="*/ 1103586 h 1576552"/>
              <a:gd name="connsiteX32" fmla="*/ 721141 w 1604488"/>
              <a:gd name="connsiteY32" fmla="*/ 1324304 h 1576552"/>
              <a:gd name="connsiteX33" fmla="*/ 416341 w 1604488"/>
              <a:gd name="connsiteY33" fmla="*/ 1492469 h 1576552"/>
              <a:gd name="connsiteX34" fmla="*/ 290217 w 1604488"/>
              <a:gd name="connsiteY34" fmla="*/ 1481959 h 1576552"/>
              <a:gd name="connsiteX35" fmla="*/ 37968 w 1604488"/>
              <a:gd name="connsiteY35" fmla="*/ 1187669 h 1576552"/>
              <a:gd name="connsiteX36" fmla="*/ 101030 w 1604488"/>
              <a:gd name="connsiteY36" fmla="*/ 1124607 h 1576552"/>
              <a:gd name="connsiteX37" fmla="*/ 742161 w 1604488"/>
              <a:gd name="connsiteY37" fmla="*/ 1145628 h 1576552"/>
              <a:gd name="connsiteX38" fmla="*/ 1530437 w 1604488"/>
              <a:gd name="connsiteY38" fmla="*/ 1481959 h 1576552"/>
              <a:gd name="connsiteX39" fmla="*/ 1519927 w 1604488"/>
              <a:gd name="connsiteY39" fmla="*/ 1345324 h 1576552"/>
              <a:gd name="connsiteX40" fmla="*/ 1057472 w 1604488"/>
              <a:gd name="connsiteY40" fmla="*/ 851338 h 1576552"/>
              <a:gd name="connsiteX41" fmla="*/ 815734 w 1604488"/>
              <a:gd name="connsiteY41" fmla="*/ 809297 h 1576552"/>
              <a:gd name="connsiteX42" fmla="*/ 616037 w 1604488"/>
              <a:gd name="connsiteY42" fmla="*/ 840828 h 1576552"/>
              <a:gd name="connsiteX43" fmla="*/ 794713 w 1604488"/>
              <a:gd name="connsiteY43" fmla="*/ 1030014 h 1576552"/>
              <a:gd name="connsiteX44" fmla="*/ 878796 w 1604488"/>
              <a:gd name="connsiteY44" fmla="*/ 1103586 h 1576552"/>
              <a:gd name="connsiteX45" fmla="*/ 1183596 w 1604488"/>
              <a:gd name="connsiteY45" fmla="*/ 945931 h 1576552"/>
              <a:gd name="connsiteX46" fmla="*/ 1110023 w 1604488"/>
              <a:gd name="connsiteY46" fmla="*/ 578069 h 1576552"/>
              <a:gd name="connsiteX47" fmla="*/ 910327 w 1604488"/>
              <a:gd name="connsiteY47" fmla="*/ 451945 h 1576552"/>
              <a:gd name="connsiteX48" fmla="*/ 805223 w 1604488"/>
              <a:gd name="connsiteY48" fmla="*/ 409904 h 1576552"/>
              <a:gd name="connsiteX49" fmla="*/ 1204617 w 1604488"/>
              <a:gd name="connsiteY49" fmla="*/ 483476 h 1576552"/>
              <a:gd name="connsiteX50" fmla="*/ 1456865 w 1604488"/>
              <a:gd name="connsiteY50" fmla="*/ 567559 h 1576552"/>
              <a:gd name="connsiteX51" fmla="*/ 1509417 w 1604488"/>
              <a:gd name="connsiteY51" fmla="*/ 651641 h 1576552"/>
              <a:gd name="connsiteX52" fmla="*/ 1488396 w 1604488"/>
              <a:gd name="connsiteY52" fmla="*/ 861848 h 1576552"/>
              <a:gd name="connsiteX53" fmla="*/ 1404313 w 1604488"/>
              <a:gd name="connsiteY53" fmla="*/ 945931 h 1576552"/>
              <a:gd name="connsiteX54" fmla="*/ 1110023 w 1604488"/>
              <a:gd name="connsiteY54" fmla="*/ 977462 h 1576552"/>
              <a:gd name="connsiteX55" fmla="*/ 794713 w 1604488"/>
              <a:gd name="connsiteY55" fmla="*/ 924910 h 1576552"/>
              <a:gd name="connsiteX56" fmla="*/ 626548 w 1604488"/>
              <a:gd name="connsiteY56" fmla="*/ 966952 h 1576552"/>
              <a:gd name="connsiteX57" fmla="*/ 637058 w 1604488"/>
              <a:gd name="connsiteY57" fmla="*/ 1198179 h 1576552"/>
              <a:gd name="connsiteX58" fmla="*/ 647568 w 1604488"/>
              <a:gd name="connsiteY58" fmla="*/ 1250731 h 1576552"/>
              <a:gd name="connsiteX59" fmla="*/ 931348 w 1604488"/>
              <a:gd name="connsiteY59" fmla="*/ 1566041 h 1576552"/>
              <a:gd name="connsiteX60" fmla="*/ 1089003 w 1604488"/>
              <a:gd name="connsiteY60" fmla="*/ 1576552 h 1576552"/>
              <a:gd name="connsiteX61" fmla="*/ 1152065 w 1604488"/>
              <a:gd name="connsiteY61" fmla="*/ 1460938 h 1576552"/>
              <a:gd name="connsiteX62" fmla="*/ 1173085 w 1604488"/>
              <a:gd name="connsiteY62" fmla="*/ 1334814 h 1576552"/>
              <a:gd name="connsiteX63" fmla="*/ 910327 w 1604488"/>
              <a:gd name="connsiteY63" fmla="*/ 1051035 h 1576552"/>
              <a:gd name="connsiteX64" fmla="*/ 658079 w 1604488"/>
              <a:gd name="connsiteY64" fmla="*/ 882869 h 1576552"/>
              <a:gd name="connsiteX65" fmla="*/ 647568 w 1604488"/>
              <a:gd name="connsiteY65" fmla="*/ 819807 h 1576552"/>
              <a:gd name="connsiteX66" fmla="*/ 773692 w 1604488"/>
              <a:gd name="connsiteY66" fmla="*/ 672662 h 1576552"/>
              <a:gd name="connsiteX67" fmla="*/ 899817 w 1604488"/>
              <a:gd name="connsiteY67" fmla="*/ 409904 h 1576552"/>
              <a:gd name="connsiteX68" fmla="*/ 910327 w 1604488"/>
              <a:gd name="connsiteY68" fmla="*/ 336331 h 1576552"/>
              <a:gd name="connsiteX69" fmla="*/ 920837 w 1604488"/>
              <a:gd name="connsiteY69" fmla="*/ 304800 h 1576552"/>
              <a:gd name="connsiteX70" fmla="*/ 983899 w 1604488"/>
              <a:gd name="connsiteY70" fmla="*/ 294290 h 1576552"/>
              <a:gd name="connsiteX71" fmla="*/ 1194106 w 1604488"/>
              <a:gd name="connsiteY71" fmla="*/ 252248 h 1576552"/>
              <a:gd name="connsiteX72" fmla="*/ 1236148 w 1604488"/>
              <a:gd name="connsiteY72" fmla="*/ 262759 h 1576552"/>
              <a:gd name="connsiteX73" fmla="*/ 1225637 w 1604488"/>
              <a:gd name="connsiteY73" fmla="*/ 536028 h 1576552"/>
              <a:gd name="connsiteX74" fmla="*/ 1078492 w 1604488"/>
              <a:gd name="connsiteY74" fmla="*/ 588579 h 1576552"/>
              <a:gd name="connsiteX75" fmla="*/ 1036451 w 1604488"/>
              <a:gd name="connsiteY75" fmla="*/ 609600 h 1576552"/>
              <a:gd name="connsiteX76" fmla="*/ 983899 w 1604488"/>
              <a:gd name="connsiteY76" fmla="*/ 683172 h 1576552"/>
              <a:gd name="connsiteX77" fmla="*/ 1089003 w 1604488"/>
              <a:gd name="connsiteY77" fmla="*/ 914400 h 1576552"/>
              <a:gd name="connsiteX78" fmla="*/ 1561968 w 1604488"/>
              <a:gd name="connsiteY78" fmla="*/ 956441 h 1576552"/>
              <a:gd name="connsiteX79" fmla="*/ 1593499 w 1604488"/>
              <a:gd name="connsiteY79" fmla="*/ 987972 h 1576552"/>
              <a:gd name="connsiteX80" fmla="*/ 1572479 w 1604488"/>
              <a:gd name="connsiteY80" fmla="*/ 1177159 h 1576552"/>
              <a:gd name="connsiteX81" fmla="*/ 1362272 w 1604488"/>
              <a:gd name="connsiteY81" fmla="*/ 1271752 h 1576552"/>
              <a:gd name="connsiteX82" fmla="*/ 647568 w 1604488"/>
              <a:gd name="connsiteY82" fmla="*/ 1187669 h 1576552"/>
              <a:gd name="connsiteX83" fmla="*/ 447872 w 1604488"/>
              <a:gd name="connsiteY83" fmla="*/ 872359 h 1576552"/>
              <a:gd name="connsiteX84" fmla="*/ 416341 w 1604488"/>
              <a:gd name="connsiteY84" fmla="*/ 809297 h 1576552"/>
              <a:gd name="connsiteX85" fmla="*/ 342768 w 1604488"/>
              <a:gd name="connsiteY85" fmla="*/ 788276 h 1576552"/>
              <a:gd name="connsiteX86" fmla="*/ 258685 w 1604488"/>
              <a:gd name="connsiteY86" fmla="*/ 945931 h 1576552"/>
              <a:gd name="connsiteX87" fmla="*/ 279706 w 1604488"/>
              <a:gd name="connsiteY87" fmla="*/ 1387366 h 1576552"/>
              <a:gd name="connsiteX88" fmla="*/ 374299 w 1604488"/>
              <a:gd name="connsiteY88" fmla="*/ 1450428 h 1576552"/>
              <a:gd name="connsiteX89" fmla="*/ 941858 w 1604488"/>
              <a:gd name="connsiteY89" fmla="*/ 1471448 h 1576552"/>
              <a:gd name="connsiteX90" fmla="*/ 1404313 w 1604488"/>
              <a:gd name="connsiteY90" fmla="*/ 1439917 h 1576552"/>
              <a:gd name="connsiteX91" fmla="*/ 1435844 w 1604488"/>
              <a:gd name="connsiteY91" fmla="*/ 1429407 h 1576552"/>
              <a:gd name="connsiteX92" fmla="*/ 1425334 w 1604488"/>
              <a:gd name="connsiteY92" fmla="*/ 1397876 h 1576552"/>
              <a:gd name="connsiteX93" fmla="*/ 1278189 w 1604488"/>
              <a:gd name="connsiteY93" fmla="*/ 1198179 h 1576552"/>
              <a:gd name="connsiteX94" fmla="*/ 1025941 w 1604488"/>
              <a:gd name="connsiteY94" fmla="*/ 998483 h 1576552"/>
              <a:gd name="connsiteX95" fmla="*/ 573996 w 1604488"/>
              <a:gd name="connsiteY95" fmla="*/ 756745 h 1576552"/>
              <a:gd name="connsiteX96" fmla="*/ 605527 w 1604488"/>
              <a:gd name="connsiteY96" fmla="*/ 693683 h 1576552"/>
              <a:gd name="connsiteX97" fmla="*/ 962879 w 1604488"/>
              <a:gd name="connsiteY97" fmla="*/ 451945 h 1576552"/>
              <a:gd name="connsiteX98" fmla="*/ 983899 w 1604488"/>
              <a:gd name="connsiteY98" fmla="*/ 388883 h 1576552"/>
              <a:gd name="connsiteX99" fmla="*/ 994410 w 1604488"/>
              <a:gd name="connsiteY99" fmla="*/ 346841 h 1576552"/>
              <a:gd name="connsiteX100" fmla="*/ 952368 w 1604488"/>
              <a:gd name="connsiteY100" fmla="*/ 262759 h 1576552"/>
              <a:gd name="connsiteX101" fmla="*/ 1215127 w 1604488"/>
              <a:gd name="connsiteY101" fmla="*/ 283779 h 1576552"/>
              <a:gd name="connsiteX102" fmla="*/ 1309720 w 1604488"/>
              <a:gd name="connsiteY102" fmla="*/ 399393 h 1576552"/>
              <a:gd name="connsiteX103" fmla="*/ 1288699 w 1604488"/>
              <a:gd name="connsiteY103" fmla="*/ 609600 h 1576552"/>
              <a:gd name="connsiteX104" fmla="*/ 1267679 w 1604488"/>
              <a:gd name="connsiteY104" fmla="*/ 672662 h 1576552"/>
              <a:gd name="connsiteX105" fmla="*/ 1162575 w 1604488"/>
              <a:gd name="connsiteY105" fmla="*/ 756745 h 1576552"/>
              <a:gd name="connsiteX106" fmla="*/ 1004920 w 1604488"/>
              <a:gd name="connsiteY106" fmla="*/ 819807 h 1576552"/>
              <a:gd name="connsiteX107" fmla="*/ 889306 w 1604488"/>
              <a:gd name="connsiteY107" fmla="*/ 966952 h 1576552"/>
              <a:gd name="connsiteX108" fmla="*/ 868285 w 1604488"/>
              <a:gd name="connsiteY108" fmla="*/ 1040524 h 1576552"/>
              <a:gd name="connsiteX109" fmla="*/ 857775 w 1604488"/>
              <a:gd name="connsiteY109" fmla="*/ 1093076 h 1576552"/>
              <a:gd name="connsiteX110" fmla="*/ 868285 w 1604488"/>
              <a:gd name="connsiteY110" fmla="*/ 1135117 h 1576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1604488" h="1576552">
                <a:moveTo>
                  <a:pt x="458382" y="1345324"/>
                </a:moveTo>
                <a:cubicBezTo>
                  <a:pt x="391816" y="1079062"/>
                  <a:pt x="278960" y="820245"/>
                  <a:pt x="258685" y="546538"/>
                </a:cubicBezTo>
                <a:cubicBezTo>
                  <a:pt x="255080" y="497874"/>
                  <a:pt x="348147" y="481499"/>
                  <a:pt x="395320" y="493986"/>
                </a:cubicBezTo>
                <a:cubicBezTo>
                  <a:pt x="480799" y="516613"/>
                  <a:pt x="542465" y="592083"/>
                  <a:pt x="616037" y="641131"/>
                </a:cubicBezTo>
                <a:cubicBezTo>
                  <a:pt x="651072" y="707697"/>
                  <a:pt x="711291" y="766253"/>
                  <a:pt x="721141" y="840828"/>
                </a:cubicBezTo>
                <a:cubicBezTo>
                  <a:pt x="736799" y="959378"/>
                  <a:pt x="708260" y="1080063"/>
                  <a:pt x="689610" y="1198179"/>
                </a:cubicBezTo>
                <a:cubicBezTo>
                  <a:pt x="686878" y="1215482"/>
                  <a:pt x="658079" y="1222704"/>
                  <a:pt x="658079" y="1240221"/>
                </a:cubicBezTo>
                <a:cubicBezTo>
                  <a:pt x="658079" y="1252853"/>
                  <a:pt x="679100" y="1226207"/>
                  <a:pt x="689610" y="1219200"/>
                </a:cubicBezTo>
                <a:cubicBezTo>
                  <a:pt x="727533" y="953736"/>
                  <a:pt x="864468" y="727928"/>
                  <a:pt x="479403" y="620110"/>
                </a:cubicBezTo>
                <a:cubicBezTo>
                  <a:pt x="390847" y="595314"/>
                  <a:pt x="304230" y="676165"/>
                  <a:pt x="216644" y="704193"/>
                </a:cubicBezTo>
                <a:cubicBezTo>
                  <a:pt x="185113" y="732221"/>
                  <a:pt x="145452" y="753174"/>
                  <a:pt x="122051" y="788276"/>
                </a:cubicBezTo>
                <a:cubicBezTo>
                  <a:pt x="101762" y="818710"/>
                  <a:pt x="59420" y="874127"/>
                  <a:pt x="90520" y="893379"/>
                </a:cubicBezTo>
                <a:cubicBezTo>
                  <a:pt x="162569" y="937981"/>
                  <a:pt x="258685" y="914400"/>
                  <a:pt x="342768" y="924910"/>
                </a:cubicBezTo>
                <a:cubicBezTo>
                  <a:pt x="447872" y="875862"/>
                  <a:pt x="550218" y="820409"/>
                  <a:pt x="658079" y="777766"/>
                </a:cubicBezTo>
                <a:cubicBezTo>
                  <a:pt x="701547" y="760581"/>
                  <a:pt x="831927" y="717952"/>
                  <a:pt x="794713" y="746235"/>
                </a:cubicBezTo>
                <a:cubicBezTo>
                  <a:pt x="672237" y="839316"/>
                  <a:pt x="528451" y="900386"/>
                  <a:pt x="395320" y="977462"/>
                </a:cubicBezTo>
                <a:cubicBezTo>
                  <a:pt x="311237" y="963448"/>
                  <a:pt x="220530" y="971010"/>
                  <a:pt x="143072" y="935421"/>
                </a:cubicBezTo>
                <a:cubicBezTo>
                  <a:pt x="84544" y="908530"/>
                  <a:pt x="-28057" y="853181"/>
                  <a:pt x="6437" y="798786"/>
                </a:cubicBezTo>
                <a:cubicBezTo>
                  <a:pt x="96516" y="656738"/>
                  <a:pt x="279706" y="602593"/>
                  <a:pt x="416341" y="504497"/>
                </a:cubicBezTo>
                <a:cubicBezTo>
                  <a:pt x="658079" y="592083"/>
                  <a:pt x="887130" y="804359"/>
                  <a:pt x="1141554" y="767255"/>
                </a:cubicBezTo>
                <a:cubicBezTo>
                  <a:pt x="1274246" y="747904"/>
                  <a:pt x="1007858" y="532948"/>
                  <a:pt x="920837" y="430924"/>
                </a:cubicBezTo>
                <a:cubicBezTo>
                  <a:pt x="819237" y="311807"/>
                  <a:pt x="726743" y="184278"/>
                  <a:pt x="616037" y="73572"/>
                </a:cubicBezTo>
                <a:cubicBezTo>
                  <a:pt x="581621" y="39156"/>
                  <a:pt x="531954" y="24524"/>
                  <a:pt x="489913" y="0"/>
                </a:cubicBezTo>
                <a:cubicBezTo>
                  <a:pt x="468892" y="28028"/>
                  <a:pt x="431334" y="49337"/>
                  <a:pt x="426851" y="84083"/>
                </a:cubicBezTo>
                <a:cubicBezTo>
                  <a:pt x="407805" y="231690"/>
                  <a:pt x="449120" y="433058"/>
                  <a:pt x="584506" y="525517"/>
                </a:cubicBezTo>
                <a:cubicBezTo>
                  <a:pt x="669596" y="583627"/>
                  <a:pt x="781882" y="585113"/>
                  <a:pt x="878796" y="620110"/>
                </a:cubicBezTo>
                <a:cubicBezTo>
                  <a:pt x="908269" y="630753"/>
                  <a:pt x="934851" y="648138"/>
                  <a:pt x="962879" y="662152"/>
                </a:cubicBezTo>
                <a:cubicBezTo>
                  <a:pt x="994676" y="741648"/>
                  <a:pt x="1061625" y="858631"/>
                  <a:pt x="794713" y="819807"/>
                </a:cubicBezTo>
                <a:cubicBezTo>
                  <a:pt x="652061" y="799058"/>
                  <a:pt x="535458" y="693683"/>
                  <a:pt x="405830" y="630621"/>
                </a:cubicBezTo>
                <a:cubicBezTo>
                  <a:pt x="356782" y="571062"/>
                  <a:pt x="298918" y="517781"/>
                  <a:pt x="258685" y="451945"/>
                </a:cubicBezTo>
                <a:cubicBezTo>
                  <a:pt x="252908" y="442491"/>
                  <a:pt x="283323" y="432762"/>
                  <a:pt x="290217" y="441435"/>
                </a:cubicBezTo>
                <a:cubicBezTo>
                  <a:pt x="546943" y="764412"/>
                  <a:pt x="553030" y="801519"/>
                  <a:pt x="710630" y="1103586"/>
                </a:cubicBezTo>
                <a:cubicBezTo>
                  <a:pt x="714134" y="1177159"/>
                  <a:pt x="735586" y="1252078"/>
                  <a:pt x="721141" y="1324304"/>
                </a:cubicBezTo>
                <a:cubicBezTo>
                  <a:pt x="695675" y="1451635"/>
                  <a:pt x="487676" y="1469772"/>
                  <a:pt x="416341" y="1492469"/>
                </a:cubicBezTo>
                <a:cubicBezTo>
                  <a:pt x="374300" y="1488966"/>
                  <a:pt x="323070" y="1508424"/>
                  <a:pt x="290217" y="1481959"/>
                </a:cubicBezTo>
                <a:cubicBezTo>
                  <a:pt x="189601" y="1400907"/>
                  <a:pt x="37968" y="1187669"/>
                  <a:pt x="37968" y="1187669"/>
                </a:cubicBezTo>
                <a:cubicBezTo>
                  <a:pt x="58989" y="1166648"/>
                  <a:pt x="72292" y="1132214"/>
                  <a:pt x="101030" y="1124607"/>
                </a:cubicBezTo>
                <a:cubicBezTo>
                  <a:pt x="356169" y="1057070"/>
                  <a:pt x="481983" y="1106207"/>
                  <a:pt x="742161" y="1145628"/>
                </a:cubicBezTo>
                <a:cubicBezTo>
                  <a:pt x="1509082" y="1475829"/>
                  <a:pt x="1238366" y="1384596"/>
                  <a:pt x="1530437" y="1481959"/>
                </a:cubicBezTo>
                <a:cubicBezTo>
                  <a:pt x="1526934" y="1436414"/>
                  <a:pt x="1539973" y="1386370"/>
                  <a:pt x="1519927" y="1345324"/>
                </a:cubicBezTo>
                <a:cubicBezTo>
                  <a:pt x="1415192" y="1130865"/>
                  <a:pt x="1280142" y="950829"/>
                  <a:pt x="1057472" y="851338"/>
                </a:cubicBezTo>
                <a:cubicBezTo>
                  <a:pt x="982798" y="817973"/>
                  <a:pt x="896313" y="823311"/>
                  <a:pt x="815734" y="809297"/>
                </a:cubicBezTo>
                <a:lnTo>
                  <a:pt x="616037" y="840828"/>
                </a:lnTo>
                <a:cubicBezTo>
                  <a:pt x="738945" y="914573"/>
                  <a:pt x="614161" y="831407"/>
                  <a:pt x="794713" y="1030014"/>
                </a:cubicBezTo>
                <a:cubicBezTo>
                  <a:pt x="819765" y="1057571"/>
                  <a:pt x="850768" y="1079062"/>
                  <a:pt x="878796" y="1103586"/>
                </a:cubicBezTo>
                <a:cubicBezTo>
                  <a:pt x="980396" y="1051034"/>
                  <a:pt x="1106302" y="1030251"/>
                  <a:pt x="1183596" y="945931"/>
                </a:cubicBezTo>
                <a:cubicBezTo>
                  <a:pt x="1311109" y="806826"/>
                  <a:pt x="1210443" y="665100"/>
                  <a:pt x="1110023" y="578069"/>
                </a:cubicBezTo>
                <a:cubicBezTo>
                  <a:pt x="1050528" y="526506"/>
                  <a:pt x="979261" y="489978"/>
                  <a:pt x="910327" y="451945"/>
                </a:cubicBezTo>
                <a:cubicBezTo>
                  <a:pt x="877288" y="433717"/>
                  <a:pt x="767704" y="405884"/>
                  <a:pt x="805223" y="409904"/>
                </a:cubicBezTo>
                <a:cubicBezTo>
                  <a:pt x="939824" y="424325"/>
                  <a:pt x="1073042" y="451643"/>
                  <a:pt x="1204617" y="483476"/>
                </a:cubicBezTo>
                <a:cubicBezTo>
                  <a:pt x="1290763" y="504318"/>
                  <a:pt x="1372782" y="539531"/>
                  <a:pt x="1456865" y="567559"/>
                </a:cubicBezTo>
                <a:cubicBezTo>
                  <a:pt x="1474382" y="595586"/>
                  <a:pt x="1496833" y="621079"/>
                  <a:pt x="1509417" y="651641"/>
                </a:cubicBezTo>
                <a:cubicBezTo>
                  <a:pt x="1542621" y="732279"/>
                  <a:pt x="1537300" y="784416"/>
                  <a:pt x="1488396" y="861848"/>
                </a:cubicBezTo>
                <a:cubicBezTo>
                  <a:pt x="1467230" y="895361"/>
                  <a:pt x="1442220" y="934348"/>
                  <a:pt x="1404313" y="945931"/>
                </a:cubicBezTo>
                <a:cubicBezTo>
                  <a:pt x="1309961" y="974761"/>
                  <a:pt x="1208120" y="966952"/>
                  <a:pt x="1110023" y="977462"/>
                </a:cubicBezTo>
                <a:cubicBezTo>
                  <a:pt x="1004920" y="959945"/>
                  <a:pt x="901241" y="927226"/>
                  <a:pt x="794713" y="924910"/>
                </a:cubicBezTo>
                <a:cubicBezTo>
                  <a:pt x="736946" y="923654"/>
                  <a:pt x="655422" y="916904"/>
                  <a:pt x="626548" y="966952"/>
                </a:cubicBezTo>
                <a:cubicBezTo>
                  <a:pt x="587992" y="1033783"/>
                  <a:pt x="631359" y="1121235"/>
                  <a:pt x="637058" y="1198179"/>
                </a:cubicBezTo>
                <a:cubicBezTo>
                  <a:pt x="638378" y="1215994"/>
                  <a:pt x="644746" y="1233091"/>
                  <a:pt x="647568" y="1250731"/>
                </a:cubicBezTo>
                <a:cubicBezTo>
                  <a:pt x="690183" y="1517075"/>
                  <a:pt x="616819" y="1477328"/>
                  <a:pt x="931348" y="1566041"/>
                </a:cubicBezTo>
                <a:cubicBezTo>
                  <a:pt x="982039" y="1580338"/>
                  <a:pt x="1036451" y="1573048"/>
                  <a:pt x="1089003" y="1576552"/>
                </a:cubicBezTo>
                <a:cubicBezTo>
                  <a:pt x="1110024" y="1538014"/>
                  <a:pt x="1137644" y="1502400"/>
                  <a:pt x="1152065" y="1460938"/>
                </a:cubicBezTo>
                <a:cubicBezTo>
                  <a:pt x="1166067" y="1420682"/>
                  <a:pt x="1181444" y="1376608"/>
                  <a:pt x="1173085" y="1334814"/>
                </a:cubicBezTo>
                <a:cubicBezTo>
                  <a:pt x="1145571" y="1197246"/>
                  <a:pt x="1010713" y="1122739"/>
                  <a:pt x="910327" y="1051035"/>
                </a:cubicBezTo>
                <a:cubicBezTo>
                  <a:pt x="828095" y="992298"/>
                  <a:pt x="658079" y="882869"/>
                  <a:pt x="658079" y="882869"/>
                </a:cubicBezTo>
                <a:cubicBezTo>
                  <a:pt x="654575" y="861848"/>
                  <a:pt x="642776" y="840572"/>
                  <a:pt x="647568" y="819807"/>
                </a:cubicBezTo>
                <a:cubicBezTo>
                  <a:pt x="667098" y="735179"/>
                  <a:pt x="722398" y="736779"/>
                  <a:pt x="773692" y="672662"/>
                </a:cubicBezTo>
                <a:cubicBezTo>
                  <a:pt x="858006" y="567269"/>
                  <a:pt x="859919" y="529597"/>
                  <a:pt x="899817" y="409904"/>
                </a:cubicBezTo>
                <a:cubicBezTo>
                  <a:pt x="903320" y="385380"/>
                  <a:pt x="905469" y="360623"/>
                  <a:pt x="910327" y="336331"/>
                </a:cubicBezTo>
                <a:cubicBezTo>
                  <a:pt x="912500" y="325467"/>
                  <a:pt x="911218" y="310297"/>
                  <a:pt x="920837" y="304800"/>
                </a:cubicBezTo>
                <a:cubicBezTo>
                  <a:pt x="939340" y="294227"/>
                  <a:pt x="963096" y="298913"/>
                  <a:pt x="983899" y="294290"/>
                </a:cubicBezTo>
                <a:cubicBezTo>
                  <a:pt x="1181297" y="250424"/>
                  <a:pt x="1038427" y="271709"/>
                  <a:pt x="1194106" y="252248"/>
                </a:cubicBezTo>
                <a:cubicBezTo>
                  <a:pt x="1208120" y="255752"/>
                  <a:pt x="1228135" y="250740"/>
                  <a:pt x="1236148" y="262759"/>
                </a:cubicBezTo>
                <a:cubicBezTo>
                  <a:pt x="1304906" y="365896"/>
                  <a:pt x="1338390" y="444752"/>
                  <a:pt x="1225637" y="536028"/>
                </a:cubicBezTo>
                <a:cubicBezTo>
                  <a:pt x="1185156" y="568798"/>
                  <a:pt x="1127033" y="569702"/>
                  <a:pt x="1078492" y="588579"/>
                </a:cubicBezTo>
                <a:cubicBezTo>
                  <a:pt x="1063890" y="594258"/>
                  <a:pt x="1050465" y="602593"/>
                  <a:pt x="1036451" y="609600"/>
                </a:cubicBezTo>
                <a:cubicBezTo>
                  <a:pt x="1018934" y="634124"/>
                  <a:pt x="994481" y="654953"/>
                  <a:pt x="983899" y="683172"/>
                </a:cubicBezTo>
                <a:cubicBezTo>
                  <a:pt x="947625" y="779902"/>
                  <a:pt x="988956" y="861042"/>
                  <a:pt x="1089003" y="914400"/>
                </a:cubicBezTo>
                <a:cubicBezTo>
                  <a:pt x="1158930" y="951694"/>
                  <a:pt x="1518692" y="954777"/>
                  <a:pt x="1561968" y="956441"/>
                </a:cubicBezTo>
                <a:cubicBezTo>
                  <a:pt x="1572478" y="966951"/>
                  <a:pt x="1589128" y="973765"/>
                  <a:pt x="1593499" y="987972"/>
                </a:cubicBezTo>
                <a:cubicBezTo>
                  <a:pt x="1604865" y="1024911"/>
                  <a:pt x="1618178" y="1143381"/>
                  <a:pt x="1572479" y="1177159"/>
                </a:cubicBezTo>
                <a:cubicBezTo>
                  <a:pt x="1510689" y="1222830"/>
                  <a:pt x="1432341" y="1240221"/>
                  <a:pt x="1362272" y="1271752"/>
                </a:cubicBezTo>
                <a:cubicBezTo>
                  <a:pt x="1124037" y="1243724"/>
                  <a:pt x="877788" y="1255050"/>
                  <a:pt x="647568" y="1187669"/>
                </a:cubicBezTo>
                <a:cubicBezTo>
                  <a:pt x="520925" y="1150603"/>
                  <a:pt x="487157" y="970572"/>
                  <a:pt x="447872" y="872359"/>
                </a:cubicBezTo>
                <a:cubicBezTo>
                  <a:pt x="439144" y="850538"/>
                  <a:pt x="434693" y="823978"/>
                  <a:pt x="416341" y="809297"/>
                </a:cubicBezTo>
                <a:cubicBezTo>
                  <a:pt x="396424" y="793364"/>
                  <a:pt x="367292" y="795283"/>
                  <a:pt x="342768" y="788276"/>
                </a:cubicBezTo>
                <a:cubicBezTo>
                  <a:pt x="282471" y="833499"/>
                  <a:pt x="262763" y="835816"/>
                  <a:pt x="258685" y="945931"/>
                </a:cubicBezTo>
                <a:cubicBezTo>
                  <a:pt x="253233" y="1093142"/>
                  <a:pt x="246800" y="1243776"/>
                  <a:pt x="279706" y="1387366"/>
                </a:cubicBezTo>
                <a:cubicBezTo>
                  <a:pt x="288171" y="1424304"/>
                  <a:pt x="336705" y="1445654"/>
                  <a:pt x="374299" y="1450428"/>
                </a:cubicBezTo>
                <a:cubicBezTo>
                  <a:pt x="562107" y="1474276"/>
                  <a:pt x="752672" y="1464441"/>
                  <a:pt x="941858" y="1471448"/>
                </a:cubicBezTo>
                <a:lnTo>
                  <a:pt x="1404313" y="1439917"/>
                </a:lnTo>
                <a:cubicBezTo>
                  <a:pt x="1415352" y="1438978"/>
                  <a:pt x="1430889" y="1439316"/>
                  <a:pt x="1435844" y="1429407"/>
                </a:cubicBezTo>
                <a:cubicBezTo>
                  <a:pt x="1440799" y="1419498"/>
                  <a:pt x="1431575" y="1407030"/>
                  <a:pt x="1425334" y="1397876"/>
                </a:cubicBezTo>
                <a:cubicBezTo>
                  <a:pt x="1378755" y="1329560"/>
                  <a:pt x="1336656" y="1256646"/>
                  <a:pt x="1278189" y="1198179"/>
                </a:cubicBezTo>
                <a:cubicBezTo>
                  <a:pt x="1202357" y="1122347"/>
                  <a:pt x="1115393" y="1057637"/>
                  <a:pt x="1025941" y="998483"/>
                </a:cubicBezTo>
                <a:cubicBezTo>
                  <a:pt x="685139" y="773114"/>
                  <a:pt x="768794" y="795703"/>
                  <a:pt x="573996" y="756745"/>
                </a:cubicBezTo>
                <a:cubicBezTo>
                  <a:pt x="584506" y="735724"/>
                  <a:pt x="587030" y="708181"/>
                  <a:pt x="605527" y="693683"/>
                </a:cubicBezTo>
                <a:cubicBezTo>
                  <a:pt x="718715" y="604968"/>
                  <a:pt x="962879" y="451945"/>
                  <a:pt x="962879" y="451945"/>
                </a:cubicBezTo>
                <a:cubicBezTo>
                  <a:pt x="969886" y="430924"/>
                  <a:pt x="977532" y="410106"/>
                  <a:pt x="983899" y="388883"/>
                </a:cubicBezTo>
                <a:cubicBezTo>
                  <a:pt x="988050" y="375047"/>
                  <a:pt x="996005" y="361198"/>
                  <a:pt x="994410" y="346841"/>
                </a:cubicBezTo>
                <a:cubicBezTo>
                  <a:pt x="990982" y="315988"/>
                  <a:pt x="968934" y="287608"/>
                  <a:pt x="952368" y="262759"/>
                </a:cubicBezTo>
                <a:cubicBezTo>
                  <a:pt x="1024748" y="257933"/>
                  <a:pt x="1144144" y="231476"/>
                  <a:pt x="1215127" y="283779"/>
                </a:cubicBezTo>
                <a:cubicBezTo>
                  <a:pt x="1255213" y="313316"/>
                  <a:pt x="1309720" y="399393"/>
                  <a:pt x="1309720" y="399393"/>
                </a:cubicBezTo>
                <a:cubicBezTo>
                  <a:pt x="1324742" y="519576"/>
                  <a:pt x="1328404" y="466660"/>
                  <a:pt x="1288699" y="609600"/>
                </a:cubicBezTo>
                <a:cubicBezTo>
                  <a:pt x="1282769" y="630949"/>
                  <a:pt x="1282099" y="655839"/>
                  <a:pt x="1267679" y="672662"/>
                </a:cubicBezTo>
                <a:cubicBezTo>
                  <a:pt x="1238480" y="706727"/>
                  <a:pt x="1201721" y="734823"/>
                  <a:pt x="1162575" y="756745"/>
                </a:cubicBezTo>
                <a:cubicBezTo>
                  <a:pt x="1113191" y="784400"/>
                  <a:pt x="1057472" y="798786"/>
                  <a:pt x="1004920" y="819807"/>
                </a:cubicBezTo>
                <a:cubicBezTo>
                  <a:pt x="979752" y="850008"/>
                  <a:pt x="905007" y="937512"/>
                  <a:pt x="889306" y="966952"/>
                </a:cubicBezTo>
                <a:cubicBezTo>
                  <a:pt x="877303" y="989457"/>
                  <a:pt x="874471" y="1015780"/>
                  <a:pt x="868285" y="1040524"/>
                </a:cubicBezTo>
                <a:cubicBezTo>
                  <a:pt x="863952" y="1057855"/>
                  <a:pt x="857775" y="1075212"/>
                  <a:pt x="857775" y="1093076"/>
                </a:cubicBezTo>
                <a:cubicBezTo>
                  <a:pt x="857775" y="1107521"/>
                  <a:pt x="864782" y="1121103"/>
                  <a:pt x="868285" y="1135117"/>
                </a:cubicBezTo>
              </a:path>
            </a:pathLst>
          </a:cu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9E78CF-0AB3-3998-C8CF-F20ACBB9CAB2}"/>
              </a:ext>
            </a:extLst>
          </p:cNvPr>
          <p:cNvSpPr/>
          <p:nvPr/>
        </p:nvSpPr>
        <p:spPr>
          <a:xfrm>
            <a:off x="4032859" y="1208690"/>
            <a:ext cx="2946970" cy="2869324"/>
          </a:xfrm>
          <a:custGeom>
            <a:avLst/>
            <a:gdLst>
              <a:gd name="connsiteX0" fmla="*/ 0 w 2946970"/>
              <a:gd name="connsiteY0" fmla="*/ 0 h 2869324"/>
              <a:gd name="connsiteX1" fmla="*/ 530455 w 2946970"/>
              <a:gd name="connsiteY1" fmla="*/ 0 h 2869324"/>
              <a:gd name="connsiteX2" fmla="*/ 1119849 w 2946970"/>
              <a:gd name="connsiteY2" fmla="*/ 0 h 2869324"/>
              <a:gd name="connsiteX3" fmla="*/ 1738712 w 2946970"/>
              <a:gd name="connsiteY3" fmla="*/ 0 h 2869324"/>
              <a:gd name="connsiteX4" fmla="*/ 2239697 w 2946970"/>
              <a:gd name="connsiteY4" fmla="*/ 0 h 2869324"/>
              <a:gd name="connsiteX5" fmla="*/ 2946970 w 2946970"/>
              <a:gd name="connsiteY5" fmla="*/ 0 h 2869324"/>
              <a:gd name="connsiteX6" fmla="*/ 2946970 w 2946970"/>
              <a:gd name="connsiteY6" fmla="*/ 487785 h 2869324"/>
              <a:gd name="connsiteX7" fmla="*/ 2946970 w 2946970"/>
              <a:gd name="connsiteY7" fmla="*/ 1090343 h 2869324"/>
              <a:gd name="connsiteX8" fmla="*/ 2946970 w 2946970"/>
              <a:gd name="connsiteY8" fmla="*/ 1578128 h 2869324"/>
              <a:gd name="connsiteX9" fmla="*/ 2946970 w 2946970"/>
              <a:gd name="connsiteY9" fmla="*/ 2209379 h 2869324"/>
              <a:gd name="connsiteX10" fmla="*/ 2946970 w 2946970"/>
              <a:gd name="connsiteY10" fmla="*/ 2869324 h 2869324"/>
              <a:gd name="connsiteX11" fmla="*/ 2445985 w 2946970"/>
              <a:gd name="connsiteY11" fmla="*/ 2869324 h 2869324"/>
              <a:gd name="connsiteX12" fmla="*/ 1856591 w 2946970"/>
              <a:gd name="connsiteY12" fmla="*/ 2869324 h 2869324"/>
              <a:gd name="connsiteX13" fmla="*/ 1296667 w 2946970"/>
              <a:gd name="connsiteY13" fmla="*/ 2869324 h 2869324"/>
              <a:gd name="connsiteX14" fmla="*/ 736743 w 2946970"/>
              <a:gd name="connsiteY14" fmla="*/ 2869324 h 2869324"/>
              <a:gd name="connsiteX15" fmla="*/ 0 w 2946970"/>
              <a:gd name="connsiteY15" fmla="*/ 2869324 h 2869324"/>
              <a:gd name="connsiteX16" fmla="*/ 0 w 2946970"/>
              <a:gd name="connsiteY16" fmla="*/ 2238073 h 2869324"/>
              <a:gd name="connsiteX17" fmla="*/ 0 w 2946970"/>
              <a:gd name="connsiteY17" fmla="*/ 1664208 h 2869324"/>
              <a:gd name="connsiteX18" fmla="*/ 0 w 2946970"/>
              <a:gd name="connsiteY18" fmla="*/ 1176423 h 2869324"/>
              <a:gd name="connsiteX19" fmla="*/ 0 w 2946970"/>
              <a:gd name="connsiteY19" fmla="*/ 659945 h 2869324"/>
              <a:gd name="connsiteX20" fmla="*/ 0 w 2946970"/>
              <a:gd name="connsiteY20" fmla="*/ 0 h 2869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46970" h="2869324" fill="none" extrusionOk="0">
                <a:moveTo>
                  <a:pt x="0" y="0"/>
                </a:moveTo>
                <a:cubicBezTo>
                  <a:pt x="217087" y="-45336"/>
                  <a:pt x="271679" y="23352"/>
                  <a:pt x="530455" y="0"/>
                </a:cubicBezTo>
                <a:cubicBezTo>
                  <a:pt x="789231" y="-23352"/>
                  <a:pt x="833131" y="10656"/>
                  <a:pt x="1119849" y="0"/>
                </a:cubicBezTo>
                <a:cubicBezTo>
                  <a:pt x="1406567" y="-10656"/>
                  <a:pt x="1452961" y="43744"/>
                  <a:pt x="1738712" y="0"/>
                </a:cubicBezTo>
                <a:cubicBezTo>
                  <a:pt x="2024463" y="-43744"/>
                  <a:pt x="2011613" y="49255"/>
                  <a:pt x="2239697" y="0"/>
                </a:cubicBezTo>
                <a:cubicBezTo>
                  <a:pt x="2467781" y="-49255"/>
                  <a:pt x="2608917" y="2038"/>
                  <a:pt x="2946970" y="0"/>
                </a:cubicBezTo>
                <a:cubicBezTo>
                  <a:pt x="2976587" y="238808"/>
                  <a:pt x="2944740" y="303272"/>
                  <a:pt x="2946970" y="487785"/>
                </a:cubicBezTo>
                <a:cubicBezTo>
                  <a:pt x="2949200" y="672299"/>
                  <a:pt x="2910171" y="882947"/>
                  <a:pt x="2946970" y="1090343"/>
                </a:cubicBezTo>
                <a:cubicBezTo>
                  <a:pt x="2983769" y="1297739"/>
                  <a:pt x="2931027" y="1372334"/>
                  <a:pt x="2946970" y="1578128"/>
                </a:cubicBezTo>
                <a:cubicBezTo>
                  <a:pt x="2962913" y="1783922"/>
                  <a:pt x="2900176" y="1964656"/>
                  <a:pt x="2946970" y="2209379"/>
                </a:cubicBezTo>
                <a:cubicBezTo>
                  <a:pt x="2993764" y="2454102"/>
                  <a:pt x="2868300" y="2650482"/>
                  <a:pt x="2946970" y="2869324"/>
                </a:cubicBezTo>
                <a:cubicBezTo>
                  <a:pt x="2839972" y="2908657"/>
                  <a:pt x="2596335" y="2833295"/>
                  <a:pt x="2445985" y="2869324"/>
                </a:cubicBezTo>
                <a:cubicBezTo>
                  <a:pt x="2295636" y="2905353"/>
                  <a:pt x="2014704" y="2858449"/>
                  <a:pt x="1856591" y="2869324"/>
                </a:cubicBezTo>
                <a:cubicBezTo>
                  <a:pt x="1698478" y="2880199"/>
                  <a:pt x="1498976" y="2812128"/>
                  <a:pt x="1296667" y="2869324"/>
                </a:cubicBezTo>
                <a:cubicBezTo>
                  <a:pt x="1094358" y="2926520"/>
                  <a:pt x="903902" y="2856440"/>
                  <a:pt x="736743" y="2869324"/>
                </a:cubicBezTo>
                <a:cubicBezTo>
                  <a:pt x="569584" y="2882208"/>
                  <a:pt x="219530" y="2815690"/>
                  <a:pt x="0" y="2869324"/>
                </a:cubicBezTo>
                <a:cubicBezTo>
                  <a:pt x="-68215" y="2606187"/>
                  <a:pt x="24658" y="2391992"/>
                  <a:pt x="0" y="2238073"/>
                </a:cubicBezTo>
                <a:cubicBezTo>
                  <a:pt x="-24658" y="2084154"/>
                  <a:pt x="68845" y="1793061"/>
                  <a:pt x="0" y="1664208"/>
                </a:cubicBezTo>
                <a:cubicBezTo>
                  <a:pt x="-68845" y="1535355"/>
                  <a:pt x="9731" y="1378002"/>
                  <a:pt x="0" y="1176423"/>
                </a:cubicBezTo>
                <a:cubicBezTo>
                  <a:pt x="-9731" y="974844"/>
                  <a:pt x="56308" y="788501"/>
                  <a:pt x="0" y="659945"/>
                </a:cubicBezTo>
                <a:cubicBezTo>
                  <a:pt x="-56308" y="531389"/>
                  <a:pt x="44838" y="243138"/>
                  <a:pt x="0" y="0"/>
                </a:cubicBezTo>
                <a:close/>
              </a:path>
              <a:path w="2946970" h="2869324" stroke="0" extrusionOk="0">
                <a:moveTo>
                  <a:pt x="0" y="0"/>
                </a:moveTo>
                <a:cubicBezTo>
                  <a:pt x="197525" y="-9858"/>
                  <a:pt x="398223" y="19659"/>
                  <a:pt x="589394" y="0"/>
                </a:cubicBezTo>
                <a:cubicBezTo>
                  <a:pt x="780565" y="-19659"/>
                  <a:pt x="876306" y="58383"/>
                  <a:pt x="1119849" y="0"/>
                </a:cubicBezTo>
                <a:cubicBezTo>
                  <a:pt x="1363393" y="-58383"/>
                  <a:pt x="1551490" y="46548"/>
                  <a:pt x="1679773" y="0"/>
                </a:cubicBezTo>
                <a:cubicBezTo>
                  <a:pt x="1808056" y="-46548"/>
                  <a:pt x="2055773" y="27352"/>
                  <a:pt x="2239697" y="0"/>
                </a:cubicBezTo>
                <a:cubicBezTo>
                  <a:pt x="2423621" y="-27352"/>
                  <a:pt x="2646443" y="83065"/>
                  <a:pt x="2946970" y="0"/>
                </a:cubicBezTo>
                <a:cubicBezTo>
                  <a:pt x="2950765" y="120782"/>
                  <a:pt x="2894635" y="380358"/>
                  <a:pt x="2946970" y="487785"/>
                </a:cubicBezTo>
                <a:cubicBezTo>
                  <a:pt x="2999305" y="595213"/>
                  <a:pt x="2923156" y="844860"/>
                  <a:pt x="2946970" y="1090343"/>
                </a:cubicBezTo>
                <a:cubicBezTo>
                  <a:pt x="2970784" y="1335826"/>
                  <a:pt x="2933920" y="1393775"/>
                  <a:pt x="2946970" y="1635515"/>
                </a:cubicBezTo>
                <a:cubicBezTo>
                  <a:pt x="2960020" y="1877255"/>
                  <a:pt x="2904668" y="2026764"/>
                  <a:pt x="2946970" y="2151993"/>
                </a:cubicBezTo>
                <a:cubicBezTo>
                  <a:pt x="2989272" y="2277222"/>
                  <a:pt x="2892783" y="2547546"/>
                  <a:pt x="2946970" y="2869324"/>
                </a:cubicBezTo>
                <a:cubicBezTo>
                  <a:pt x="2798032" y="2882056"/>
                  <a:pt x="2642248" y="2856137"/>
                  <a:pt x="2416515" y="2869324"/>
                </a:cubicBezTo>
                <a:cubicBezTo>
                  <a:pt x="2190783" y="2882511"/>
                  <a:pt x="2048674" y="2797252"/>
                  <a:pt x="1797652" y="2869324"/>
                </a:cubicBezTo>
                <a:cubicBezTo>
                  <a:pt x="1546630" y="2941396"/>
                  <a:pt x="1418139" y="2853132"/>
                  <a:pt x="1208258" y="2869324"/>
                </a:cubicBezTo>
                <a:cubicBezTo>
                  <a:pt x="998377" y="2885516"/>
                  <a:pt x="801785" y="2810160"/>
                  <a:pt x="677803" y="2869324"/>
                </a:cubicBezTo>
                <a:cubicBezTo>
                  <a:pt x="553821" y="2928488"/>
                  <a:pt x="261229" y="2805924"/>
                  <a:pt x="0" y="2869324"/>
                </a:cubicBezTo>
                <a:cubicBezTo>
                  <a:pt x="-4135" y="2741659"/>
                  <a:pt x="5861" y="2601232"/>
                  <a:pt x="0" y="2352846"/>
                </a:cubicBezTo>
                <a:cubicBezTo>
                  <a:pt x="-5861" y="2104460"/>
                  <a:pt x="41305" y="1982207"/>
                  <a:pt x="0" y="1865061"/>
                </a:cubicBezTo>
                <a:cubicBezTo>
                  <a:pt x="-41305" y="1747916"/>
                  <a:pt x="22198" y="1561909"/>
                  <a:pt x="0" y="1291196"/>
                </a:cubicBezTo>
                <a:cubicBezTo>
                  <a:pt x="-22198" y="1020483"/>
                  <a:pt x="29729" y="844546"/>
                  <a:pt x="0" y="659945"/>
                </a:cubicBezTo>
                <a:cubicBezTo>
                  <a:pt x="-29729" y="475344"/>
                  <a:pt x="24862" y="166885"/>
                  <a:pt x="0" y="0"/>
                </a:cubicBezTo>
                <a:close/>
              </a:path>
            </a:pathLst>
          </a:cu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164786309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2449FAD-7614-6686-AE28-AD7001E443C3}"/>
              </a:ext>
            </a:extLst>
          </p:cNvPr>
          <p:cNvSpPr/>
          <p:nvPr/>
        </p:nvSpPr>
        <p:spPr>
          <a:xfrm rot="5400000">
            <a:off x="4017405" y="2318280"/>
            <a:ext cx="1775188" cy="1744280"/>
          </a:xfrm>
          <a:custGeom>
            <a:avLst/>
            <a:gdLst>
              <a:gd name="connsiteX0" fmla="*/ 458382 w 1604488"/>
              <a:gd name="connsiteY0" fmla="*/ 1345324 h 1576552"/>
              <a:gd name="connsiteX1" fmla="*/ 258685 w 1604488"/>
              <a:gd name="connsiteY1" fmla="*/ 546538 h 1576552"/>
              <a:gd name="connsiteX2" fmla="*/ 395320 w 1604488"/>
              <a:gd name="connsiteY2" fmla="*/ 493986 h 1576552"/>
              <a:gd name="connsiteX3" fmla="*/ 616037 w 1604488"/>
              <a:gd name="connsiteY3" fmla="*/ 641131 h 1576552"/>
              <a:gd name="connsiteX4" fmla="*/ 721141 w 1604488"/>
              <a:gd name="connsiteY4" fmla="*/ 840828 h 1576552"/>
              <a:gd name="connsiteX5" fmla="*/ 689610 w 1604488"/>
              <a:gd name="connsiteY5" fmla="*/ 1198179 h 1576552"/>
              <a:gd name="connsiteX6" fmla="*/ 658079 w 1604488"/>
              <a:gd name="connsiteY6" fmla="*/ 1240221 h 1576552"/>
              <a:gd name="connsiteX7" fmla="*/ 689610 w 1604488"/>
              <a:gd name="connsiteY7" fmla="*/ 1219200 h 1576552"/>
              <a:gd name="connsiteX8" fmla="*/ 479403 w 1604488"/>
              <a:gd name="connsiteY8" fmla="*/ 620110 h 1576552"/>
              <a:gd name="connsiteX9" fmla="*/ 216644 w 1604488"/>
              <a:gd name="connsiteY9" fmla="*/ 704193 h 1576552"/>
              <a:gd name="connsiteX10" fmla="*/ 122051 w 1604488"/>
              <a:gd name="connsiteY10" fmla="*/ 788276 h 1576552"/>
              <a:gd name="connsiteX11" fmla="*/ 90520 w 1604488"/>
              <a:gd name="connsiteY11" fmla="*/ 893379 h 1576552"/>
              <a:gd name="connsiteX12" fmla="*/ 342768 w 1604488"/>
              <a:gd name="connsiteY12" fmla="*/ 924910 h 1576552"/>
              <a:gd name="connsiteX13" fmla="*/ 658079 w 1604488"/>
              <a:gd name="connsiteY13" fmla="*/ 777766 h 1576552"/>
              <a:gd name="connsiteX14" fmla="*/ 794713 w 1604488"/>
              <a:gd name="connsiteY14" fmla="*/ 746235 h 1576552"/>
              <a:gd name="connsiteX15" fmla="*/ 395320 w 1604488"/>
              <a:gd name="connsiteY15" fmla="*/ 977462 h 1576552"/>
              <a:gd name="connsiteX16" fmla="*/ 143072 w 1604488"/>
              <a:gd name="connsiteY16" fmla="*/ 935421 h 1576552"/>
              <a:gd name="connsiteX17" fmla="*/ 6437 w 1604488"/>
              <a:gd name="connsiteY17" fmla="*/ 798786 h 1576552"/>
              <a:gd name="connsiteX18" fmla="*/ 416341 w 1604488"/>
              <a:gd name="connsiteY18" fmla="*/ 504497 h 1576552"/>
              <a:gd name="connsiteX19" fmla="*/ 1141554 w 1604488"/>
              <a:gd name="connsiteY19" fmla="*/ 767255 h 1576552"/>
              <a:gd name="connsiteX20" fmla="*/ 920837 w 1604488"/>
              <a:gd name="connsiteY20" fmla="*/ 430924 h 1576552"/>
              <a:gd name="connsiteX21" fmla="*/ 616037 w 1604488"/>
              <a:gd name="connsiteY21" fmla="*/ 73572 h 1576552"/>
              <a:gd name="connsiteX22" fmla="*/ 489913 w 1604488"/>
              <a:gd name="connsiteY22" fmla="*/ 0 h 1576552"/>
              <a:gd name="connsiteX23" fmla="*/ 426851 w 1604488"/>
              <a:gd name="connsiteY23" fmla="*/ 84083 h 1576552"/>
              <a:gd name="connsiteX24" fmla="*/ 584506 w 1604488"/>
              <a:gd name="connsiteY24" fmla="*/ 525517 h 1576552"/>
              <a:gd name="connsiteX25" fmla="*/ 878796 w 1604488"/>
              <a:gd name="connsiteY25" fmla="*/ 620110 h 1576552"/>
              <a:gd name="connsiteX26" fmla="*/ 962879 w 1604488"/>
              <a:gd name="connsiteY26" fmla="*/ 662152 h 1576552"/>
              <a:gd name="connsiteX27" fmla="*/ 794713 w 1604488"/>
              <a:gd name="connsiteY27" fmla="*/ 819807 h 1576552"/>
              <a:gd name="connsiteX28" fmla="*/ 405830 w 1604488"/>
              <a:gd name="connsiteY28" fmla="*/ 630621 h 1576552"/>
              <a:gd name="connsiteX29" fmla="*/ 258685 w 1604488"/>
              <a:gd name="connsiteY29" fmla="*/ 451945 h 1576552"/>
              <a:gd name="connsiteX30" fmla="*/ 290217 w 1604488"/>
              <a:gd name="connsiteY30" fmla="*/ 441435 h 1576552"/>
              <a:gd name="connsiteX31" fmla="*/ 710630 w 1604488"/>
              <a:gd name="connsiteY31" fmla="*/ 1103586 h 1576552"/>
              <a:gd name="connsiteX32" fmla="*/ 721141 w 1604488"/>
              <a:gd name="connsiteY32" fmla="*/ 1324304 h 1576552"/>
              <a:gd name="connsiteX33" fmla="*/ 416341 w 1604488"/>
              <a:gd name="connsiteY33" fmla="*/ 1492469 h 1576552"/>
              <a:gd name="connsiteX34" fmla="*/ 290217 w 1604488"/>
              <a:gd name="connsiteY34" fmla="*/ 1481959 h 1576552"/>
              <a:gd name="connsiteX35" fmla="*/ 37968 w 1604488"/>
              <a:gd name="connsiteY35" fmla="*/ 1187669 h 1576552"/>
              <a:gd name="connsiteX36" fmla="*/ 101030 w 1604488"/>
              <a:gd name="connsiteY36" fmla="*/ 1124607 h 1576552"/>
              <a:gd name="connsiteX37" fmla="*/ 742161 w 1604488"/>
              <a:gd name="connsiteY37" fmla="*/ 1145628 h 1576552"/>
              <a:gd name="connsiteX38" fmla="*/ 1530437 w 1604488"/>
              <a:gd name="connsiteY38" fmla="*/ 1481959 h 1576552"/>
              <a:gd name="connsiteX39" fmla="*/ 1519927 w 1604488"/>
              <a:gd name="connsiteY39" fmla="*/ 1345324 h 1576552"/>
              <a:gd name="connsiteX40" fmla="*/ 1057472 w 1604488"/>
              <a:gd name="connsiteY40" fmla="*/ 851338 h 1576552"/>
              <a:gd name="connsiteX41" fmla="*/ 815734 w 1604488"/>
              <a:gd name="connsiteY41" fmla="*/ 809297 h 1576552"/>
              <a:gd name="connsiteX42" fmla="*/ 616037 w 1604488"/>
              <a:gd name="connsiteY42" fmla="*/ 840828 h 1576552"/>
              <a:gd name="connsiteX43" fmla="*/ 794713 w 1604488"/>
              <a:gd name="connsiteY43" fmla="*/ 1030014 h 1576552"/>
              <a:gd name="connsiteX44" fmla="*/ 878796 w 1604488"/>
              <a:gd name="connsiteY44" fmla="*/ 1103586 h 1576552"/>
              <a:gd name="connsiteX45" fmla="*/ 1183596 w 1604488"/>
              <a:gd name="connsiteY45" fmla="*/ 945931 h 1576552"/>
              <a:gd name="connsiteX46" fmla="*/ 1110023 w 1604488"/>
              <a:gd name="connsiteY46" fmla="*/ 578069 h 1576552"/>
              <a:gd name="connsiteX47" fmla="*/ 910327 w 1604488"/>
              <a:gd name="connsiteY47" fmla="*/ 451945 h 1576552"/>
              <a:gd name="connsiteX48" fmla="*/ 805223 w 1604488"/>
              <a:gd name="connsiteY48" fmla="*/ 409904 h 1576552"/>
              <a:gd name="connsiteX49" fmla="*/ 1204617 w 1604488"/>
              <a:gd name="connsiteY49" fmla="*/ 483476 h 1576552"/>
              <a:gd name="connsiteX50" fmla="*/ 1456865 w 1604488"/>
              <a:gd name="connsiteY50" fmla="*/ 567559 h 1576552"/>
              <a:gd name="connsiteX51" fmla="*/ 1509417 w 1604488"/>
              <a:gd name="connsiteY51" fmla="*/ 651641 h 1576552"/>
              <a:gd name="connsiteX52" fmla="*/ 1488396 w 1604488"/>
              <a:gd name="connsiteY52" fmla="*/ 861848 h 1576552"/>
              <a:gd name="connsiteX53" fmla="*/ 1404313 w 1604488"/>
              <a:gd name="connsiteY53" fmla="*/ 945931 h 1576552"/>
              <a:gd name="connsiteX54" fmla="*/ 1110023 w 1604488"/>
              <a:gd name="connsiteY54" fmla="*/ 977462 h 1576552"/>
              <a:gd name="connsiteX55" fmla="*/ 794713 w 1604488"/>
              <a:gd name="connsiteY55" fmla="*/ 924910 h 1576552"/>
              <a:gd name="connsiteX56" fmla="*/ 626548 w 1604488"/>
              <a:gd name="connsiteY56" fmla="*/ 966952 h 1576552"/>
              <a:gd name="connsiteX57" fmla="*/ 637058 w 1604488"/>
              <a:gd name="connsiteY57" fmla="*/ 1198179 h 1576552"/>
              <a:gd name="connsiteX58" fmla="*/ 647568 w 1604488"/>
              <a:gd name="connsiteY58" fmla="*/ 1250731 h 1576552"/>
              <a:gd name="connsiteX59" fmla="*/ 931348 w 1604488"/>
              <a:gd name="connsiteY59" fmla="*/ 1566041 h 1576552"/>
              <a:gd name="connsiteX60" fmla="*/ 1089003 w 1604488"/>
              <a:gd name="connsiteY60" fmla="*/ 1576552 h 1576552"/>
              <a:gd name="connsiteX61" fmla="*/ 1152065 w 1604488"/>
              <a:gd name="connsiteY61" fmla="*/ 1460938 h 1576552"/>
              <a:gd name="connsiteX62" fmla="*/ 1173085 w 1604488"/>
              <a:gd name="connsiteY62" fmla="*/ 1334814 h 1576552"/>
              <a:gd name="connsiteX63" fmla="*/ 910327 w 1604488"/>
              <a:gd name="connsiteY63" fmla="*/ 1051035 h 1576552"/>
              <a:gd name="connsiteX64" fmla="*/ 658079 w 1604488"/>
              <a:gd name="connsiteY64" fmla="*/ 882869 h 1576552"/>
              <a:gd name="connsiteX65" fmla="*/ 647568 w 1604488"/>
              <a:gd name="connsiteY65" fmla="*/ 819807 h 1576552"/>
              <a:gd name="connsiteX66" fmla="*/ 773692 w 1604488"/>
              <a:gd name="connsiteY66" fmla="*/ 672662 h 1576552"/>
              <a:gd name="connsiteX67" fmla="*/ 899817 w 1604488"/>
              <a:gd name="connsiteY67" fmla="*/ 409904 h 1576552"/>
              <a:gd name="connsiteX68" fmla="*/ 910327 w 1604488"/>
              <a:gd name="connsiteY68" fmla="*/ 336331 h 1576552"/>
              <a:gd name="connsiteX69" fmla="*/ 920837 w 1604488"/>
              <a:gd name="connsiteY69" fmla="*/ 304800 h 1576552"/>
              <a:gd name="connsiteX70" fmla="*/ 983899 w 1604488"/>
              <a:gd name="connsiteY70" fmla="*/ 294290 h 1576552"/>
              <a:gd name="connsiteX71" fmla="*/ 1194106 w 1604488"/>
              <a:gd name="connsiteY71" fmla="*/ 252248 h 1576552"/>
              <a:gd name="connsiteX72" fmla="*/ 1236148 w 1604488"/>
              <a:gd name="connsiteY72" fmla="*/ 262759 h 1576552"/>
              <a:gd name="connsiteX73" fmla="*/ 1225637 w 1604488"/>
              <a:gd name="connsiteY73" fmla="*/ 536028 h 1576552"/>
              <a:gd name="connsiteX74" fmla="*/ 1078492 w 1604488"/>
              <a:gd name="connsiteY74" fmla="*/ 588579 h 1576552"/>
              <a:gd name="connsiteX75" fmla="*/ 1036451 w 1604488"/>
              <a:gd name="connsiteY75" fmla="*/ 609600 h 1576552"/>
              <a:gd name="connsiteX76" fmla="*/ 983899 w 1604488"/>
              <a:gd name="connsiteY76" fmla="*/ 683172 h 1576552"/>
              <a:gd name="connsiteX77" fmla="*/ 1089003 w 1604488"/>
              <a:gd name="connsiteY77" fmla="*/ 914400 h 1576552"/>
              <a:gd name="connsiteX78" fmla="*/ 1561968 w 1604488"/>
              <a:gd name="connsiteY78" fmla="*/ 956441 h 1576552"/>
              <a:gd name="connsiteX79" fmla="*/ 1593499 w 1604488"/>
              <a:gd name="connsiteY79" fmla="*/ 987972 h 1576552"/>
              <a:gd name="connsiteX80" fmla="*/ 1572479 w 1604488"/>
              <a:gd name="connsiteY80" fmla="*/ 1177159 h 1576552"/>
              <a:gd name="connsiteX81" fmla="*/ 1362272 w 1604488"/>
              <a:gd name="connsiteY81" fmla="*/ 1271752 h 1576552"/>
              <a:gd name="connsiteX82" fmla="*/ 647568 w 1604488"/>
              <a:gd name="connsiteY82" fmla="*/ 1187669 h 1576552"/>
              <a:gd name="connsiteX83" fmla="*/ 447872 w 1604488"/>
              <a:gd name="connsiteY83" fmla="*/ 872359 h 1576552"/>
              <a:gd name="connsiteX84" fmla="*/ 416341 w 1604488"/>
              <a:gd name="connsiteY84" fmla="*/ 809297 h 1576552"/>
              <a:gd name="connsiteX85" fmla="*/ 342768 w 1604488"/>
              <a:gd name="connsiteY85" fmla="*/ 788276 h 1576552"/>
              <a:gd name="connsiteX86" fmla="*/ 258685 w 1604488"/>
              <a:gd name="connsiteY86" fmla="*/ 945931 h 1576552"/>
              <a:gd name="connsiteX87" fmla="*/ 279706 w 1604488"/>
              <a:gd name="connsiteY87" fmla="*/ 1387366 h 1576552"/>
              <a:gd name="connsiteX88" fmla="*/ 374299 w 1604488"/>
              <a:gd name="connsiteY88" fmla="*/ 1450428 h 1576552"/>
              <a:gd name="connsiteX89" fmla="*/ 941858 w 1604488"/>
              <a:gd name="connsiteY89" fmla="*/ 1471448 h 1576552"/>
              <a:gd name="connsiteX90" fmla="*/ 1404313 w 1604488"/>
              <a:gd name="connsiteY90" fmla="*/ 1439917 h 1576552"/>
              <a:gd name="connsiteX91" fmla="*/ 1435844 w 1604488"/>
              <a:gd name="connsiteY91" fmla="*/ 1429407 h 1576552"/>
              <a:gd name="connsiteX92" fmla="*/ 1425334 w 1604488"/>
              <a:gd name="connsiteY92" fmla="*/ 1397876 h 1576552"/>
              <a:gd name="connsiteX93" fmla="*/ 1278189 w 1604488"/>
              <a:gd name="connsiteY93" fmla="*/ 1198179 h 1576552"/>
              <a:gd name="connsiteX94" fmla="*/ 1025941 w 1604488"/>
              <a:gd name="connsiteY94" fmla="*/ 998483 h 1576552"/>
              <a:gd name="connsiteX95" fmla="*/ 573996 w 1604488"/>
              <a:gd name="connsiteY95" fmla="*/ 756745 h 1576552"/>
              <a:gd name="connsiteX96" fmla="*/ 605527 w 1604488"/>
              <a:gd name="connsiteY96" fmla="*/ 693683 h 1576552"/>
              <a:gd name="connsiteX97" fmla="*/ 962879 w 1604488"/>
              <a:gd name="connsiteY97" fmla="*/ 451945 h 1576552"/>
              <a:gd name="connsiteX98" fmla="*/ 983899 w 1604488"/>
              <a:gd name="connsiteY98" fmla="*/ 388883 h 1576552"/>
              <a:gd name="connsiteX99" fmla="*/ 994410 w 1604488"/>
              <a:gd name="connsiteY99" fmla="*/ 346841 h 1576552"/>
              <a:gd name="connsiteX100" fmla="*/ 952368 w 1604488"/>
              <a:gd name="connsiteY100" fmla="*/ 262759 h 1576552"/>
              <a:gd name="connsiteX101" fmla="*/ 1215127 w 1604488"/>
              <a:gd name="connsiteY101" fmla="*/ 283779 h 1576552"/>
              <a:gd name="connsiteX102" fmla="*/ 1309720 w 1604488"/>
              <a:gd name="connsiteY102" fmla="*/ 399393 h 1576552"/>
              <a:gd name="connsiteX103" fmla="*/ 1288699 w 1604488"/>
              <a:gd name="connsiteY103" fmla="*/ 609600 h 1576552"/>
              <a:gd name="connsiteX104" fmla="*/ 1267679 w 1604488"/>
              <a:gd name="connsiteY104" fmla="*/ 672662 h 1576552"/>
              <a:gd name="connsiteX105" fmla="*/ 1162575 w 1604488"/>
              <a:gd name="connsiteY105" fmla="*/ 756745 h 1576552"/>
              <a:gd name="connsiteX106" fmla="*/ 1004920 w 1604488"/>
              <a:gd name="connsiteY106" fmla="*/ 819807 h 1576552"/>
              <a:gd name="connsiteX107" fmla="*/ 889306 w 1604488"/>
              <a:gd name="connsiteY107" fmla="*/ 966952 h 1576552"/>
              <a:gd name="connsiteX108" fmla="*/ 868285 w 1604488"/>
              <a:gd name="connsiteY108" fmla="*/ 1040524 h 1576552"/>
              <a:gd name="connsiteX109" fmla="*/ 857775 w 1604488"/>
              <a:gd name="connsiteY109" fmla="*/ 1093076 h 1576552"/>
              <a:gd name="connsiteX110" fmla="*/ 868285 w 1604488"/>
              <a:gd name="connsiteY110" fmla="*/ 1135117 h 1576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1604488" h="1576552">
                <a:moveTo>
                  <a:pt x="458382" y="1345324"/>
                </a:moveTo>
                <a:cubicBezTo>
                  <a:pt x="391816" y="1079062"/>
                  <a:pt x="278960" y="820245"/>
                  <a:pt x="258685" y="546538"/>
                </a:cubicBezTo>
                <a:cubicBezTo>
                  <a:pt x="255080" y="497874"/>
                  <a:pt x="348147" y="481499"/>
                  <a:pt x="395320" y="493986"/>
                </a:cubicBezTo>
                <a:cubicBezTo>
                  <a:pt x="480799" y="516613"/>
                  <a:pt x="542465" y="592083"/>
                  <a:pt x="616037" y="641131"/>
                </a:cubicBezTo>
                <a:cubicBezTo>
                  <a:pt x="651072" y="707697"/>
                  <a:pt x="711291" y="766253"/>
                  <a:pt x="721141" y="840828"/>
                </a:cubicBezTo>
                <a:cubicBezTo>
                  <a:pt x="736799" y="959378"/>
                  <a:pt x="708260" y="1080063"/>
                  <a:pt x="689610" y="1198179"/>
                </a:cubicBezTo>
                <a:cubicBezTo>
                  <a:pt x="686878" y="1215482"/>
                  <a:pt x="658079" y="1222704"/>
                  <a:pt x="658079" y="1240221"/>
                </a:cubicBezTo>
                <a:cubicBezTo>
                  <a:pt x="658079" y="1252853"/>
                  <a:pt x="679100" y="1226207"/>
                  <a:pt x="689610" y="1219200"/>
                </a:cubicBezTo>
                <a:cubicBezTo>
                  <a:pt x="727533" y="953736"/>
                  <a:pt x="864468" y="727928"/>
                  <a:pt x="479403" y="620110"/>
                </a:cubicBezTo>
                <a:cubicBezTo>
                  <a:pt x="390847" y="595314"/>
                  <a:pt x="304230" y="676165"/>
                  <a:pt x="216644" y="704193"/>
                </a:cubicBezTo>
                <a:cubicBezTo>
                  <a:pt x="185113" y="732221"/>
                  <a:pt x="145452" y="753174"/>
                  <a:pt x="122051" y="788276"/>
                </a:cubicBezTo>
                <a:cubicBezTo>
                  <a:pt x="101762" y="818710"/>
                  <a:pt x="59420" y="874127"/>
                  <a:pt x="90520" y="893379"/>
                </a:cubicBezTo>
                <a:cubicBezTo>
                  <a:pt x="162569" y="937981"/>
                  <a:pt x="258685" y="914400"/>
                  <a:pt x="342768" y="924910"/>
                </a:cubicBezTo>
                <a:cubicBezTo>
                  <a:pt x="447872" y="875862"/>
                  <a:pt x="550218" y="820409"/>
                  <a:pt x="658079" y="777766"/>
                </a:cubicBezTo>
                <a:cubicBezTo>
                  <a:pt x="701547" y="760581"/>
                  <a:pt x="831927" y="717952"/>
                  <a:pt x="794713" y="746235"/>
                </a:cubicBezTo>
                <a:cubicBezTo>
                  <a:pt x="672237" y="839316"/>
                  <a:pt x="528451" y="900386"/>
                  <a:pt x="395320" y="977462"/>
                </a:cubicBezTo>
                <a:cubicBezTo>
                  <a:pt x="311237" y="963448"/>
                  <a:pt x="220530" y="971010"/>
                  <a:pt x="143072" y="935421"/>
                </a:cubicBezTo>
                <a:cubicBezTo>
                  <a:pt x="84544" y="908530"/>
                  <a:pt x="-28057" y="853181"/>
                  <a:pt x="6437" y="798786"/>
                </a:cubicBezTo>
                <a:cubicBezTo>
                  <a:pt x="96516" y="656738"/>
                  <a:pt x="279706" y="602593"/>
                  <a:pt x="416341" y="504497"/>
                </a:cubicBezTo>
                <a:cubicBezTo>
                  <a:pt x="658079" y="592083"/>
                  <a:pt x="887130" y="804359"/>
                  <a:pt x="1141554" y="767255"/>
                </a:cubicBezTo>
                <a:cubicBezTo>
                  <a:pt x="1274246" y="747904"/>
                  <a:pt x="1007858" y="532948"/>
                  <a:pt x="920837" y="430924"/>
                </a:cubicBezTo>
                <a:cubicBezTo>
                  <a:pt x="819237" y="311807"/>
                  <a:pt x="726743" y="184278"/>
                  <a:pt x="616037" y="73572"/>
                </a:cubicBezTo>
                <a:cubicBezTo>
                  <a:pt x="581621" y="39156"/>
                  <a:pt x="531954" y="24524"/>
                  <a:pt x="489913" y="0"/>
                </a:cubicBezTo>
                <a:cubicBezTo>
                  <a:pt x="468892" y="28028"/>
                  <a:pt x="431334" y="49337"/>
                  <a:pt x="426851" y="84083"/>
                </a:cubicBezTo>
                <a:cubicBezTo>
                  <a:pt x="407805" y="231690"/>
                  <a:pt x="449120" y="433058"/>
                  <a:pt x="584506" y="525517"/>
                </a:cubicBezTo>
                <a:cubicBezTo>
                  <a:pt x="669596" y="583627"/>
                  <a:pt x="781882" y="585113"/>
                  <a:pt x="878796" y="620110"/>
                </a:cubicBezTo>
                <a:cubicBezTo>
                  <a:pt x="908269" y="630753"/>
                  <a:pt x="934851" y="648138"/>
                  <a:pt x="962879" y="662152"/>
                </a:cubicBezTo>
                <a:cubicBezTo>
                  <a:pt x="994676" y="741648"/>
                  <a:pt x="1061625" y="858631"/>
                  <a:pt x="794713" y="819807"/>
                </a:cubicBezTo>
                <a:cubicBezTo>
                  <a:pt x="652061" y="799058"/>
                  <a:pt x="535458" y="693683"/>
                  <a:pt x="405830" y="630621"/>
                </a:cubicBezTo>
                <a:cubicBezTo>
                  <a:pt x="356782" y="571062"/>
                  <a:pt x="298918" y="517781"/>
                  <a:pt x="258685" y="451945"/>
                </a:cubicBezTo>
                <a:cubicBezTo>
                  <a:pt x="252908" y="442491"/>
                  <a:pt x="283323" y="432762"/>
                  <a:pt x="290217" y="441435"/>
                </a:cubicBezTo>
                <a:cubicBezTo>
                  <a:pt x="546943" y="764412"/>
                  <a:pt x="553030" y="801519"/>
                  <a:pt x="710630" y="1103586"/>
                </a:cubicBezTo>
                <a:cubicBezTo>
                  <a:pt x="714134" y="1177159"/>
                  <a:pt x="735586" y="1252078"/>
                  <a:pt x="721141" y="1324304"/>
                </a:cubicBezTo>
                <a:cubicBezTo>
                  <a:pt x="695675" y="1451635"/>
                  <a:pt x="487676" y="1469772"/>
                  <a:pt x="416341" y="1492469"/>
                </a:cubicBezTo>
                <a:cubicBezTo>
                  <a:pt x="374300" y="1488966"/>
                  <a:pt x="323070" y="1508424"/>
                  <a:pt x="290217" y="1481959"/>
                </a:cubicBezTo>
                <a:cubicBezTo>
                  <a:pt x="189601" y="1400907"/>
                  <a:pt x="37968" y="1187669"/>
                  <a:pt x="37968" y="1187669"/>
                </a:cubicBezTo>
                <a:cubicBezTo>
                  <a:pt x="58989" y="1166648"/>
                  <a:pt x="72292" y="1132214"/>
                  <a:pt x="101030" y="1124607"/>
                </a:cubicBezTo>
                <a:cubicBezTo>
                  <a:pt x="356169" y="1057070"/>
                  <a:pt x="481983" y="1106207"/>
                  <a:pt x="742161" y="1145628"/>
                </a:cubicBezTo>
                <a:cubicBezTo>
                  <a:pt x="1509082" y="1475829"/>
                  <a:pt x="1238366" y="1384596"/>
                  <a:pt x="1530437" y="1481959"/>
                </a:cubicBezTo>
                <a:cubicBezTo>
                  <a:pt x="1526934" y="1436414"/>
                  <a:pt x="1539973" y="1386370"/>
                  <a:pt x="1519927" y="1345324"/>
                </a:cubicBezTo>
                <a:cubicBezTo>
                  <a:pt x="1415192" y="1130865"/>
                  <a:pt x="1280142" y="950829"/>
                  <a:pt x="1057472" y="851338"/>
                </a:cubicBezTo>
                <a:cubicBezTo>
                  <a:pt x="982798" y="817973"/>
                  <a:pt x="896313" y="823311"/>
                  <a:pt x="815734" y="809297"/>
                </a:cubicBezTo>
                <a:lnTo>
                  <a:pt x="616037" y="840828"/>
                </a:lnTo>
                <a:cubicBezTo>
                  <a:pt x="738945" y="914573"/>
                  <a:pt x="614161" y="831407"/>
                  <a:pt x="794713" y="1030014"/>
                </a:cubicBezTo>
                <a:cubicBezTo>
                  <a:pt x="819765" y="1057571"/>
                  <a:pt x="850768" y="1079062"/>
                  <a:pt x="878796" y="1103586"/>
                </a:cubicBezTo>
                <a:cubicBezTo>
                  <a:pt x="980396" y="1051034"/>
                  <a:pt x="1106302" y="1030251"/>
                  <a:pt x="1183596" y="945931"/>
                </a:cubicBezTo>
                <a:cubicBezTo>
                  <a:pt x="1311109" y="806826"/>
                  <a:pt x="1210443" y="665100"/>
                  <a:pt x="1110023" y="578069"/>
                </a:cubicBezTo>
                <a:cubicBezTo>
                  <a:pt x="1050528" y="526506"/>
                  <a:pt x="979261" y="489978"/>
                  <a:pt x="910327" y="451945"/>
                </a:cubicBezTo>
                <a:cubicBezTo>
                  <a:pt x="877288" y="433717"/>
                  <a:pt x="767704" y="405884"/>
                  <a:pt x="805223" y="409904"/>
                </a:cubicBezTo>
                <a:cubicBezTo>
                  <a:pt x="939824" y="424325"/>
                  <a:pt x="1073042" y="451643"/>
                  <a:pt x="1204617" y="483476"/>
                </a:cubicBezTo>
                <a:cubicBezTo>
                  <a:pt x="1290763" y="504318"/>
                  <a:pt x="1372782" y="539531"/>
                  <a:pt x="1456865" y="567559"/>
                </a:cubicBezTo>
                <a:cubicBezTo>
                  <a:pt x="1474382" y="595586"/>
                  <a:pt x="1496833" y="621079"/>
                  <a:pt x="1509417" y="651641"/>
                </a:cubicBezTo>
                <a:cubicBezTo>
                  <a:pt x="1542621" y="732279"/>
                  <a:pt x="1537300" y="784416"/>
                  <a:pt x="1488396" y="861848"/>
                </a:cubicBezTo>
                <a:cubicBezTo>
                  <a:pt x="1467230" y="895361"/>
                  <a:pt x="1442220" y="934348"/>
                  <a:pt x="1404313" y="945931"/>
                </a:cubicBezTo>
                <a:cubicBezTo>
                  <a:pt x="1309961" y="974761"/>
                  <a:pt x="1208120" y="966952"/>
                  <a:pt x="1110023" y="977462"/>
                </a:cubicBezTo>
                <a:cubicBezTo>
                  <a:pt x="1004920" y="959945"/>
                  <a:pt x="901241" y="927226"/>
                  <a:pt x="794713" y="924910"/>
                </a:cubicBezTo>
                <a:cubicBezTo>
                  <a:pt x="736946" y="923654"/>
                  <a:pt x="655422" y="916904"/>
                  <a:pt x="626548" y="966952"/>
                </a:cubicBezTo>
                <a:cubicBezTo>
                  <a:pt x="587992" y="1033783"/>
                  <a:pt x="631359" y="1121235"/>
                  <a:pt x="637058" y="1198179"/>
                </a:cubicBezTo>
                <a:cubicBezTo>
                  <a:pt x="638378" y="1215994"/>
                  <a:pt x="644746" y="1233091"/>
                  <a:pt x="647568" y="1250731"/>
                </a:cubicBezTo>
                <a:cubicBezTo>
                  <a:pt x="690183" y="1517075"/>
                  <a:pt x="616819" y="1477328"/>
                  <a:pt x="931348" y="1566041"/>
                </a:cubicBezTo>
                <a:cubicBezTo>
                  <a:pt x="982039" y="1580338"/>
                  <a:pt x="1036451" y="1573048"/>
                  <a:pt x="1089003" y="1576552"/>
                </a:cubicBezTo>
                <a:cubicBezTo>
                  <a:pt x="1110024" y="1538014"/>
                  <a:pt x="1137644" y="1502400"/>
                  <a:pt x="1152065" y="1460938"/>
                </a:cubicBezTo>
                <a:cubicBezTo>
                  <a:pt x="1166067" y="1420682"/>
                  <a:pt x="1181444" y="1376608"/>
                  <a:pt x="1173085" y="1334814"/>
                </a:cubicBezTo>
                <a:cubicBezTo>
                  <a:pt x="1145571" y="1197246"/>
                  <a:pt x="1010713" y="1122739"/>
                  <a:pt x="910327" y="1051035"/>
                </a:cubicBezTo>
                <a:cubicBezTo>
                  <a:pt x="828095" y="992298"/>
                  <a:pt x="658079" y="882869"/>
                  <a:pt x="658079" y="882869"/>
                </a:cubicBezTo>
                <a:cubicBezTo>
                  <a:pt x="654575" y="861848"/>
                  <a:pt x="642776" y="840572"/>
                  <a:pt x="647568" y="819807"/>
                </a:cubicBezTo>
                <a:cubicBezTo>
                  <a:pt x="667098" y="735179"/>
                  <a:pt x="722398" y="736779"/>
                  <a:pt x="773692" y="672662"/>
                </a:cubicBezTo>
                <a:cubicBezTo>
                  <a:pt x="858006" y="567269"/>
                  <a:pt x="859919" y="529597"/>
                  <a:pt x="899817" y="409904"/>
                </a:cubicBezTo>
                <a:cubicBezTo>
                  <a:pt x="903320" y="385380"/>
                  <a:pt x="905469" y="360623"/>
                  <a:pt x="910327" y="336331"/>
                </a:cubicBezTo>
                <a:cubicBezTo>
                  <a:pt x="912500" y="325467"/>
                  <a:pt x="911218" y="310297"/>
                  <a:pt x="920837" y="304800"/>
                </a:cubicBezTo>
                <a:cubicBezTo>
                  <a:pt x="939340" y="294227"/>
                  <a:pt x="963096" y="298913"/>
                  <a:pt x="983899" y="294290"/>
                </a:cubicBezTo>
                <a:cubicBezTo>
                  <a:pt x="1181297" y="250424"/>
                  <a:pt x="1038427" y="271709"/>
                  <a:pt x="1194106" y="252248"/>
                </a:cubicBezTo>
                <a:cubicBezTo>
                  <a:pt x="1208120" y="255752"/>
                  <a:pt x="1228135" y="250740"/>
                  <a:pt x="1236148" y="262759"/>
                </a:cubicBezTo>
                <a:cubicBezTo>
                  <a:pt x="1304906" y="365896"/>
                  <a:pt x="1338390" y="444752"/>
                  <a:pt x="1225637" y="536028"/>
                </a:cubicBezTo>
                <a:cubicBezTo>
                  <a:pt x="1185156" y="568798"/>
                  <a:pt x="1127033" y="569702"/>
                  <a:pt x="1078492" y="588579"/>
                </a:cubicBezTo>
                <a:cubicBezTo>
                  <a:pt x="1063890" y="594258"/>
                  <a:pt x="1050465" y="602593"/>
                  <a:pt x="1036451" y="609600"/>
                </a:cubicBezTo>
                <a:cubicBezTo>
                  <a:pt x="1018934" y="634124"/>
                  <a:pt x="994481" y="654953"/>
                  <a:pt x="983899" y="683172"/>
                </a:cubicBezTo>
                <a:cubicBezTo>
                  <a:pt x="947625" y="779902"/>
                  <a:pt x="988956" y="861042"/>
                  <a:pt x="1089003" y="914400"/>
                </a:cubicBezTo>
                <a:cubicBezTo>
                  <a:pt x="1158930" y="951694"/>
                  <a:pt x="1518692" y="954777"/>
                  <a:pt x="1561968" y="956441"/>
                </a:cubicBezTo>
                <a:cubicBezTo>
                  <a:pt x="1572478" y="966951"/>
                  <a:pt x="1589128" y="973765"/>
                  <a:pt x="1593499" y="987972"/>
                </a:cubicBezTo>
                <a:cubicBezTo>
                  <a:pt x="1604865" y="1024911"/>
                  <a:pt x="1618178" y="1143381"/>
                  <a:pt x="1572479" y="1177159"/>
                </a:cubicBezTo>
                <a:cubicBezTo>
                  <a:pt x="1510689" y="1222830"/>
                  <a:pt x="1432341" y="1240221"/>
                  <a:pt x="1362272" y="1271752"/>
                </a:cubicBezTo>
                <a:cubicBezTo>
                  <a:pt x="1124037" y="1243724"/>
                  <a:pt x="877788" y="1255050"/>
                  <a:pt x="647568" y="1187669"/>
                </a:cubicBezTo>
                <a:cubicBezTo>
                  <a:pt x="520925" y="1150603"/>
                  <a:pt x="487157" y="970572"/>
                  <a:pt x="447872" y="872359"/>
                </a:cubicBezTo>
                <a:cubicBezTo>
                  <a:pt x="439144" y="850538"/>
                  <a:pt x="434693" y="823978"/>
                  <a:pt x="416341" y="809297"/>
                </a:cubicBezTo>
                <a:cubicBezTo>
                  <a:pt x="396424" y="793364"/>
                  <a:pt x="367292" y="795283"/>
                  <a:pt x="342768" y="788276"/>
                </a:cubicBezTo>
                <a:cubicBezTo>
                  <a:pt x="282471" y="833499"/>
                  <a:pt x="262763" y="835816"/>
                  <a:pt x="258685" y="945931"/>
                </a:cubicBezTo>
                <a:cubicBezTo>
                  <a:pt x="253233" y="1093142"/>
                  <a:pt x="246800" y="1243776"/>
                  <a:pt x="279706" y="1387366"/>
                </a:cubicBezTo>
                <a:cubicBezTo>
                  <a:pt x="288171" y="1424304"/>
                  <a:pt x="336705" y="1445654"/>
                  <a:pt x="374299" y="1450428"/>
                </a:cubicBezTo>
                <a:cubicBezTo>
                  <a:pt x="562107" y="1474276"/>
                  <a:pt x="752672" y="1464441"/>
                  <a:pt x="941858" y="1471448"/>
                </a:cubicBezTo>
                <a:lnTo>
                  <a:pt x="1404313" y="1439917"/>
                </a:lnTo>
                <a:cubicBezTo>
                  <a:pt x="1415352" y="1438978"/>
                  <a:pt x="1430889" y="1439316"/>
                  <a:pt x="1435844" y="1429407"/>
                </a:cubicBezTo>
                <a:cubicBezTo>
                  <a:pt x="1440799" y="1419498"/>
                  <a:pt x="1431575" y="1407030"/>
                  <a:pt x="1425334" y="1397876"/>
                </a:cubicBezTo>
                <a:cubicBezTo>
                  <a:pt x="1378755" y="1329560"/>
                  <a:pt x="1336656" y="1256646"/>
                  <a:pt x="1278189" y="1198179"/>
                </a:cubicBezTo>
                <a:cubicBezTo>
                  <a:pt x="1202357" y="1122347"/>
                  <a:pt x="1115393" y="1057637"/>
                  <a:pt x="1025941" y="998483"/>
                </a:cubicBezTo>
                <a:cubicBezTo>
                  <a:pt x="685139" y="773114"/>
                  <a:pt x="768794" y="795703"/>
                  <a:pt x="573996" y="756745"/>
                </a:cubicBezTo>
                <a:cubicBezTo>
                  <a:pt x="584506" y="735724"/>
                  <a:pt x="587030" y="708181"/>
                  <a:pt x="605527" y="693683"/>
                </a:cubicBezTo>
                <a:cubicBezTo>
                  <a:pt x="718715" y="604968"/>
                  <a:pt x="962879" y="451945"/>
                  <a:pt x="962879" y="451945"/>
                </a:cubicBezTo>
                <a:cubicBezTo>
                  <a:pt x="969886" y="430924"/>
                  <a:pt x="977532" y="410106"/>
                  <a:pt x="983899" y="388883"/>
                </a:cubicBezTo>
                <a:cubicBezTo>
                  <a:pt x="988050" y="375047"/>
                  <a:pt x="996005" y="361198"/>
                  <a:pt x="994410" y="346841"/>
                </a:cubicBezTo>
                <a:cubicBezTo>
                  <a:pt x="990982" y="315988"/>
                  <a:pt x="968934" y="287608"/>
                  <a:pt x="952368" y="262759"/>
                </a:cubicBezTo>
                <a:cubicBezTo>
                  <a:pt x="1024748" y="257933"/>
                  <a:pt x="1144144" y="231476"/>
                  <a:pt x="1215127" y="283779"/>
                </a:cubicBezTo>
                <a:cubicBezTo>
                  <a:pt x="1255213" y="313316"/>
                  <a:pt x="1309720" y="399393"/>
                  <a:pt x="1309720" y="399393"/>
                </a:cubicBezTo>
                <a:cubicBezTo>
                  <a:pt x="1324742" y="519576"/>
                  <a:pt x="1328404" y="466660"/>
                  <a:pt x="1288699" y="609600"/>
                </a:cubicBezTo>
                <a:cubicBezTo>
                  <a:pt x="1282769" y="630949"/>
                  <a:pt x="1282099" y="655839"/>
                  <a:pt x="1267679" y="672662"/>
                </a:cubicBezTo>
                <a:cubicBezTo>
                  <a:pt x="1238480" y="706727"/>
                  <a:pt x="1201721" y="734823"/>
                  <a:pt x="1162575" y="756745"/>
                </a:cubicBezTo>
                <a:cubicBezTo>
                  <a:pt x="1113191" y="784400"/>
                  <a:pt x="1057472" y="798786"/>
                  <a:pt x="1004920" y="819807"/>
                </a:cubicBezTo>
                <a:cubicBezTo>
                  <a:pt x="979752" y="850008"/>
                  <a:pt x="905007" y="937512"/>
                  <a:pt x="889306" y="966952"/>
                </a:cubicBezTo>
                <a:cubicBezTo>
                  <a:pt x="877303" y="989457"/>
                  <a:pt x="874471" y="1015780"/>
                  <a:pt x="868285" y="1040524"/>
                </a:cubicBezTo>
                <a:cubicBezTo>
                  <a:pt x="863952" y="1057855"/>
                  <a:pt x="857775" y="1075212"/>
                  <a:pt x="857775" y="1093076"/>
                </a:cubicBezTo>
                <a:cubicBezTo>
                  <a:pt x="857775" y="1107521"/>
                  <a:pt x="864782" y="1121103"/>
                  <a:pt x="868285" y="1135117"/>
                </a:cubicBezTo>
              </a:path>
            </a:pathLst>
          </a:cu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7F9AA8-68AA-5489-E682-DFE60124393F}"/>
              </a:ext>
            </a:extLst>
          </p:cNvPr>
          <p:cNvSpPr/>
          <p:nvPr/>
        </p:nvSpPr>
        <p:spPr>
          <a:xfrm>
            <a:off x="7601121" y="1208690"/>
            <a:ext cx="2946970" cy="2869324"/>
          </a:xfrm>
          <a:custGeom>
            <a:avLst/>
            <a:gdLst>
              <a:gd name="connsiteX0" fmla="*/ 0 w 2946970"/>
              <a:gd name="connsiteY0" fmla="*/ 0 h 2869324"/>
              <a:gd name="connsiteX1" fmla="*/ 530455 w 2946970"/>
              <a:gd name="connsiteY1" fmla="*/ 0 h 2869324"/>
              <a:gd name="connsiteX2" fmla="*/ 1119849 w 2946970"/>
              <a:gd name="connsiteY2" fmla="*/ 0 h 2869324"/>
              <a:gd name="connsiteX3" fmla="*/ 1738712 w 2946970"/>
              <a:gd name="connsiteY3" fmla="*/ 0 h 2869324"/>
              <a:gd name="connsiteX4" fmla="*/ 2239697 w 2946970"/>
              <a:gd name="connsiteY4" fmla="*/ 0 h 2869324"/>
              <a:gd name="connsiteX5" fmla="*/ 2946970 w 2946970"/>
              <a:gd name="connsiteY5" fmla="*/ 0 h 2869324"/>
              <a:gd name="connsiteX6" fmla="*/ 2946970 w 2946970"/>
              <a:gd name="connsiteY6" fmla="*/ 487785 h 2869324"/>
              <a:gd name="connsiteX7" fmla="*/ 2946970 w 2946970"/>
              <a:gd name="connsiteY7" fmla="*/ 1090343 h 2869324"/>
              <a:gd name="connsiteX8" fmla="*/ 2946970 w 2946970"/>
              <a:gd name="connsiteY8" fmla="*/ 1578128 h 2869324"/>
              <a:gd name="connsiteX9" fmla="*/ 2946970 w 2946970"/>
              <a:gd name="connsiteY9" fmla="*/ 2209379 h 2869324"/>
              <a:gd name="connsiteX10" fmla="*/ 2946970 w 2946970"/>
              <a:gd name="connsiteY10" fmla="*/ 2869324 h 2869324"/>
              <a:gd name="connsiteX11" fmla="*/ 2445985 w 2946970"/>
              <a:gd name="connsiteY11" fmla="*/ 2869324 h 2869324"/>
              <a:gd name="connsiteX12" fmla="*/ 1856591 w 2946970"/>
              <a:gd name="connsiteY12" fmla="*/ 2869324 h 2869324"/>
              <a:gd name="connsiteX13" fmla="*/ 1296667 w 2946970"/>
              <a:gd name="connsiteY13" fmla="*/ 2869324 h 2869324"/>
              <a:gd name="connsiteX14" fmla="*/ 736743 w 2946970"/>
              <a:gd name="connsiteY14" fmla="*/ 2869324 h 2869324"/>
              <a:gd name="connsiteX15" fmla="*/ 0 w 2946970"/>
              <a:gd name="connsiteY15" fmla="*/ 2869324 h 2869324"/>
              <a:gd name="connsiteX16" fmla="*/ 0 w 2946970"/>
              <a:gd name="connsiteY16" fmla="*/ 2238073 h 2869324"/>
              <a:gd name="connsiteX17" fmla="*/ 0 w 2946970"/>
              <a:gd name="connsiteY17" fmla="*/ 1664208 h 2869324"/>
              <a:gd name="connsiteX18" fmla="*/ 0 w 2946970"/>
              <a:gd name="connsiteY18" fmla="*/ 1176423 h 2869324"/>
              <a:gd name="connsiteX19" fmla="*/ 0 w 2946970"/>
              <a:gd name="connsiteY19" fmla="*/ 659945 h 2869324"/>
              <a:gd name="connsiteX20" fmla="*/ 0 w 2946970"/>
              <a:gd name="connsiteY20" fmla="*/ 0 h 2869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46970" h="2869324" fill="none" extrusionOk="0">
                <a:moveTo>
                  <a:pt x="0" y="0"/>
                </a:moveTo>
                <a:cubicBezTo>
                  <a:pt x="217087" y="-45336"/>
                  <a:pt x="271679" y="23352"/>
                  <a:pt x="530455" y="0"/>
                </a:cubicBezTo>
                <a:cubicBezTo>
                  <a:pt x="789231" y="-23352"/>
                  <a:pt x="833131" y="10656"/>
                  <a:pt x="1119849" y="0"/>
                </a:cubicBezTo>
                <a:cubicBezTo>
                  <a:pt x="1406567" y="-10656"/>
                  <a:pt x="1452961" y="43744"/>
                  <a:pt x="1738712" y="0"/>
                </a:cubicBezTo>
                <a:cubicBezTo>
                  <a:pt x="2024463" y="-43744"/>
                  <a:pt x="2011613" y="49255"/>
                  <a:pt x="2239697" y="0"/>
                </a:cubicBezTo>
                <a:cubicBezTo>
                  <a:pt x="2467781" y="-49255"/>
                  <a:pt x="2608917" y="2038"/>
                  <a:pt x="2946970" y="0"/>
                </a:cubicBezTo>
                <a:cubicBezTo>
                  <a:pt x="2976587" y="238808"/>
                  <a:pt x="2944740" y="303272"/>
                  <a:pt x="2946970" y="487785"/>
                </a:cubicBezTo>
                <a:cubicBezTo>
                  <a:pt x="2949200" y="672299"/>
                  <a:pt x="2910171" y="882947"/>
                  <a:pt x="2946970" y="1090343"/>
                </a:cubicBezTo>
                <a:cubicBezTo>
                  <a:pt x="2983769" y="1297739"/>
                  <a:pt x="2931027" y="1372334"/>
                  <a:pt x="2946970" y="1578128"/>
                </a:cubicBezTo>
                <a:cubicBezTo>
                  <a:pt x="2962913" y="1783922"/>
                  <a:pt x="2900176" y="1964656"/>
                  <a:pt x="2946970" y="2209379"/>
                </a:cubicBezTo>
                <a:cubicBezTo>
                  <a:pt x="2993764" y="2454102"/>
                  <a:pt x="2868300" y="2650482"/>
                  <a:pt x="2946970" y="2869324"/>
                </a:cubicBezTo>
                <a:cubicBezTo>
                  <a:pt x="2839972" y="2908657"/>
                  <a:pt x="2596335" y="2833295"/>
                  <a:pt x="2445985" y="2869324"/>
                </a:cubicBezTo>
                <a:cubicBezTo>
                  <a:pt x="2295636" y="2905353"/>
                  <a:pt x="2014704" y="2858449"/>
                  <a:pt x="1856591" y="2869324"/>
                </a:cubicBezTo>
                <a:cubicBezTo>
                  <a:pt x="1698478" y="2880199"/>
                  <a:pt x="1498976" y="2812128"/>
                  <a:pt x="1296667" y="2869324"/>
                </a:cubicBezTo>
                <a:cubicBezTo>
                  <a:pt x="1094358" y="2926520"/>
                  <a:pt x="903902" y="2856440"/>
                  <a:pt x="736743" y="2869324"/>
                </a:cubicBezTo>
                <a:cubicBezTo>
                  <a:pt x="569584" y="2882208"/>
                  <a:pt x="219530" y="2815690"/>
                  <a:pt x="0" y="2869324"/>
                </a:cubicBezTo>
                <a:cubicBezTo>
                  <a:pt x="-68215" y="2606187"/>
                  <a:pt x="24658" y="2391992"/>
                  <a:pt x="0" y="2238073"/>
                </a:cubicBezTo>
                <a:cubicBezTo>
                  <a:pt x="-24658" y="2084154"/>
                  <a:pt x="68845" y="1793061"/>
                  <a:pt x="0" y="1664208"/>
                </a:cubicBezTo>
                <a:cubicBezTo>
                  <a:pt x="-68845" y="1535355"/>
                  <a:pt x="9731" y="1378002"/>
                  <a:pt x="0" y="1176423"/>
                </a:cubicBezTo>
                <a:cubicBezTo>
                  <a:pt x="-9731" y="974844"/>
                  <a:pt x="56308" y="788501"/>
                  <a:pt x="0" y="659945"/>
                </a:cubicBezTo>
                <a:cubicBezTo>
                  <a:pt x="-56308" y="531389"/>
                  <a:pt x="44838" y="243138"/>
                  <a:pt x="0" y="0"/>
                </a:cubicBezTo>
                <a:close/>
              </a:path>
              <a:path w="2946970" h="2869324" stroke="0" extrusionOk="0">
                <a:moveTo>
                  <a:pt x="0" y="0"/>
                </a:moveTo>
                <a:cubicBezTo>
                  <a:pt x="197525" y="-9858"/>
                  <a:pt x="398223" y="19659"/>
                  <a:pt x="589394" y="0"/>
                </a:cubicBezTo>
                <a:cubicBezTo>
                  <a:pt x="780565" y="-19659"/>
                  <a:pt x="876306" y="58383"/>
                  <a:pt x="1119849" y="0"/>
                </a:cubicBezTo>
                <a:cubicBezTo>
                  <a:pt x="1363393" y="-58383"/>
                  <a:pt x="1551490" y="46548"/>
                  <a:pt x="1679773" y="0"/>
                </a:cubicBezTo>
                <a:cubicBezTo>
                  <a:pt x="1808056" y="-46548"/>
                  <a:pt x="2055773" y="27352"/>
                  <a:pt x="2239697" y="0"/>
                </a:cubicBezTo>
                <a:cubicBezTo>
                  <a:pt x="2423621" y="-27352"/>
                  <a:pt x="2646443" y="83065"/>
                  <a:pt x="2946970" y="0"/>
                </a:cubicBezTo>
                <a:cubicBezTo>
                  <a:pt x="2950765" y="120782"/>
                  <a:pt x="2894635" y="380358"/>
                  <a:pt x="2946970" y="487785"/>
                </a:cubicBezTo>
                <a:cubicBezTo>
                  <a:pt x="2999305" y="595213"/>
                  <a:pt x="2923156" y="844860"/>
                  <a:pt x="2946970" y="1090343"/>
                </a:cubicBezTo>
                <a:cubicBezTo>
                  <a:pt x="2970784" y="1335826"/>
                  <a:pt x="2933920" y="1393775"/>
                  <a:pt x="2946970" y="1635515"/>
                </a:cubicBezTo>
                <a:cubicBezTo>
                  <a:pt x="2960020" y="1877255"/>
                  <a:pt x="2904668" y="2026764"/>
                  <a:pt x="2946970" y="2151993"/>
                </a:cubicBezTo>
                <a:cubicBezTo>
                  <a:pt x="2989272" y="2277222"/>
                  <a:pt x="2892783" y="2547546"/>
                  <a:pt x="2946970" y="2869324"/>
                </a:cubicBezTo>
                <a:cubicBezTo>
                  <a:pt x="2798032" y="2882056"/>
                  <a:pt x="2642248" y="2856137"/>
                  <a:pt x="2416515" y="2869324"/>
                </a:cubicBezTo>
                <a:cubicBezTo>
                  <a:pt x="2190783" y="2882511"/>
                  <a:pt x="2048674" y="2797252"/>
                  <a:pt x="1797652" y="2869324"/>
                </a:cubicBezTo>
                <a:cubicBezTo>
                  <a:pt x="1546630" y="2941396"/>
                  <a:pt x="1418139" y="2853132"/>
                  <a:pt x="1208258" y="2869324"/>
                </a:cubicBezTo>
                <a:cubicBezTo>
                  <a:pt x="998377" y="2885516"/>
                  <a:pt x="801785" y="2810160"/>
                  <a:pt x="677803" y="2869324"/>
                </a:cubicBezTo>
                <a:cubicBezTo>
                  <a:pt x="553821" y="2928488"/>
                  <a:pt x="261229" y="2805924"/>
                  <a:pt x="0" y="2869324"/>
                </a:cubicBezTo>
                <a:cubicBezTo>
                  <a:pt x="-4135" y="2741659"/>
                  <a:pt x="5861" y="2601232"/>
                  <a:pt x="0" y="2352846"/>
                </a:cubicBezTo>
                <a:cubicBezTo>
                  <a:pt x="-5861" y="2104460"/>
                  <a:pt x="41305" y="1982207"/>
                  <a:pt x="0" y="1865061"/>
                </a:cubicBezTo>
                <a:cubicBezTo>
                  <a:pt x="-41305" y="1747916"/>
                  <a:pt x="22198" y="1561909"/>
                  <a:pt x="0" y="1291196"/>
                </a:cubicBezTo>
                <a:cubicBezTo>
                  <a:pt x="-22198" y="1020483"/>
                  <a:pt x="29729" y="844546"/>
                  <a:pt x="0" y="659945"/>
                </a:cubicBezTo>
                <a:cubicBezTo>
                  <a:pt x="-29729" y="475344"/>
                  <a:pt x="24862" y="166885"/>
                  <a:pt x="0" y="0"/>
                </a:cubicBezTo>
                <a:close/>
              </a:path>
            </a:pathLst>
          </a:cu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164786309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EFFE636-D78E-5B5C-3538-B7A9FFE64C04}"/>
              </a:ext>
            </a:extLst>
          </p:cNvPr>
          <p:cNvSpPr/>
          <p:nvPr/>
        </p:nvSpPr>
        <p:spPr>
          <a:xfrm>
            <a:off x="7539570" y="1315768"/>
            <a:ext cx="2946971" cy="2655167"/>
          </a:xfrm>
          <a:custGeom>
            <a:avLst/>
            <a:gdLst>
              <a:gd name="connsiteX0" fmla="*/ 330690 w 3147462"/>
              <a:gd name="connsiteY0" fmla="*/ 2623636 h 2749760"/>
              <a:gd name="connsiteX1" fmla="*/ 320179 w 3147462"/>
              <a:gd name="connsiteY1" fmla="*/ 2550064 h 2749760"/>
              <a:gd name="connsiteX2" fmla="*/ 288648 w 3147462"/>
              <a:gd name="connsiteY2" fmla="*/ 2108629 h 2749760"/>
              <a:gd name="connsiteX3" fmla="*/ 299158 w 3147462"/>
              <a:gd name="connsiteY3" fmla="*/ 2024547 h 2749760"/>
              <a:gd name="connsiteX4" fmla="*/ 593448 w 3147462"/>
              <a:gd name="connsiteY4" fmla="*/ 2024547 h 2749760"/>
              <a:gd name="connsiteX5" fmla="*/ 677531 w 3147462"/>
              <a:gd name="connsiteY5" fmla="*/ 2171692 h 2749760"/>
              <a:gd name="connsiteX6" fmla="*/ 582938 w 3147462"/>
              <a:gd name="connsiteY6" fmla="*/ 2581595 h 2749760"/>
              <a:gd name="connsiteX7" fmla="*/ 435793 w 3147462"/>
              <a:gd name="connsiteY7" fmla="*/ 2644657 h 2749760"/>
              <a:gd name="connsiteX8" fmla="*/ 267627 w 3147462"/>
              <a:gd name="connsiteY8" fmla="*/ 2613126 h 2749760"/>
              <a:gd name="connsiteX9" fmla="*/ 236096 w 3147462"/>
              <a:gd name="connsiteY9" fmla="*/ 2592105 h 2749760"/>
              <a:gd name="connsiteX10" fmla="*/ 162524 w 3147462"/>
              <a:gd name="connsiteY10" fmla="*/ 2392409 h 2749760"/>
              <a:gd name="connsiteX11" fmla="*/ 204565 w 3147462"/>
              <a:gd name="connsiteY11" fmla="*/ 2360878 h 2749760"/>
              <a:gd name="connsiteX12" fmla="*/ 603958 w 3147462"/>
              <a:gd name="connsiteY12" fmla="*/ 2487002 h 2749760"/>
              <a:gd name="connsiteX13" fmla="*/ 646000 w 3147462"/>
              <a:gd name="connsiteY13" fmla="*/ 2508023 h 2749760"/>
              <a:gd name="connsiteX14" fmla="*/ 677531 w 3147462"/>
              <a:gd name="connsiteY14" fmla="*/ 2392409 h 2749760"/>
              <a:gd name="connsiteX15" fmla="*/ 130993 w 3147462"/>
              <a:gd name="connsiteY15" fmla="*/ 2045567 h 2749760"/>
              <a:gd name="connsiteX16" fmla="*/ 519876 w 3147462"/>
              <a:gd name="connsiteY16" fmla="*/ 2434450 h 2749760"/>
              <a:gd name="connsiteX17" fmla="*/ 1076924 w 3147462"/>
              <a:gd name="connsiteY17" fmla="*/ 2592105 h 2749760"/>
              <a:gd name="connsiteX18" fmla="*/ 1118965 w 3147462"/>
              <a:gd name="connsiteY18" fmla="*/ 2581595 h 2749760"/>
              <a:gd name="connsiteX19" fmla="*/ 1118965 w 3147462"/>
              <a:gd name="connsiteY19" fmla="*/ 1845871 h 2749760"/>
              <a:gd name="connsiteX20" fmla="*/ 929779 w 3147462"/>
              <a:gd name="connsiteY20" fmla="*/ 1299333 h 2749760"/>
              <a:gd name="connsiteX21" fmla="*/ 667021 w 3147462"/>
              <a:gd name="connsiteY21" fmla="*/ 1215250 h 2749760"/>
              <a:gd name="connsiteX22" fmla="*/ 372731 w 3147462"/>
              <a:gd name="connsiteY22" fmla="*/ 2150671 h 2749760"/>
              <a:gd name="connsiteX23" fmla="*/ 709062 w 3147462"/>
              <a:gd name="connsiteY23" fmla="*/ 2045567 h 2749760"/>
              <a:gd name="connsiteX24" fmla="*/ 845696 w 3147462"/>
              <a:gd name="connsiteY24" fmla="*/ 1929954 h 2749760"/>
              <a:gd name="connsiteX25" fmla="*/ 877227 w 3147462"/>
              <a:gd name="connsiteY25" fmla="*/ 1856381 h 2749760"/>
              <a:gd name="connsiteX26" fmla="*/ 603958 w 3147462"/>
              <a:gd name="connsiteY26" fmla="*/ 1635664 h 2749760"/>
              <a:gd name="connsiteX27" fmla="*/ 78441 w 3147462"/>
              <a:gd name="connsiteY27" fmla="*/ 1351885 h 2749760"/>
              <a:gd name="connsiteX28" fmla="*/ 15379 w 3147462"/>
              <a:gd name="connsiteY28" fmla="*/ 1236271 h 2749760"/>
              <a:gd name="connsiteX29" fmla="*/ 4869 w 3147462"/>
              <a:gd name="connsiteY29" fmla="*/ 1173209 h 2749760"/>
              <a:gd name="connsiteX30" fmla="*/ 635490 w 3147462"/>
              <a:gd name="connsiteY30" fmla="*/ 878919 h 2749760"/>
              <a:gd name="connsiteX31" fmla="*/ 856207 w 3147462"/>
              <a:gd name="connsiteY31" fmla="*/ 920960 h 2749760"/>
              <a:gd name="connsiteX32" fmla="*/ 824676 w 3147462"/>
              <a:gd name="connsiteY32" fmla="*/ 794836 h 2749760"/>
              <a:gd name="connsiteX33" fmla="*/ 404262 w 3147462"/>
              <a:gd name="connsiteY33" fmla="*/ 553098 h 2749760"/>
              <a:gd name="connsiteX34" fmla="*/ 341200 w 3147462"/>
              <a:gd name="connsiteY34" fmla="*/ 563609 h 2749760"/>
              <a:gd name="connsiteX35" fmla="*/ 225586 w 3147462"/>
              <a:gd name="connsiteY35" fmla="*/ 931471 h 2749760"/>
              <a:gd name="connsiteX36" fmla="*/ 246607 w 3147462"/>
              <a:gd name="connsiteY36" fmla="*/ 1026064 h 2749760"/>
              <a:gd name="connsiteX37" fmla="*/ 908758 w 3147462"/>
              <a:gd name="connsiteY37" fmla="*/ 1215250 h 2749760"/>
              <a:gd name="connsiteX38" fmla="*/ 982331 w 3147462"/>
              <a:gd name="connsiteY38" fmla="*/ 1194229 h 2749760"/>
              <a:gd name="connsiteX39" fmla="*/ 898248 w 3147462"/>
              <a:gd name="connsiteY39" fmla="*/ 458505 h 2749760"/>
              <a:gd name="connsiteX40" fmla="*/ 593448 w 3147462"/>
              <a:gd name="connsiteY40" fmla="*/ 248298 h 2749760"/>
              <a:gd name="connsiteX41" fmla="*/ 845696 w 3147462"/>
              <a:gd name="connsiteY41" fmla="*/ 101154 h 2749760"/>
              <a:gd name="connsiteX42" fmla="*/ 1066414 w 3147462"/>
              <a:gd name="connsiteY42" fmla="*/ 269319 h 2749760"/>
              <a:gd name="connsiteX43" fmla="*/ 1139986 w 3147462"/>
              <a:gd name="connsiteY43" fmla="*/ 437485 h 2749760"/>
              <a:gd name="connsiteX44" fmla="*/ 1129476 w 3147462"/>
              <a:gd name="connsiteY44" fmla="*/ 574119 h 2749760"/>
              <a:gd name="connsiteX45" fmla="*/ 919269 w 3147462"/>
              <a:gd name="connsiteY45" fmla="*/ 342892 h 2749760"/>
              <a:gd name="connsiteX46" fmla="*/ 688041 w 3147462"/>
              <a:gd name="connsiteY46" fmla="*/ 279829 h 2749760"/>
              <a:gd name="connsiteX47" fmla="*/ 561917 w 3147462"/>
              <a:gd name="connsiteY47" fmla="*/ 269319 h 2749760"/>
              <a:gd name="connsiteX48" fmla="*/ 488345 w 3147462"/>
              <a:gd name="connsiteY48" fmla="*/ 258809 h 2749760"/>
              <a:gd name="connsiteX49" fmla="*/ 540896 w 3147462"/>
              <a:gd name="connsiteY49" fmla="*/ 206257 h 2749760"/>
              <a:gd name="connsiteX50" fmla="*/ 2516841 w 3147462"/>
              <a:gd name="connsiteY50" fmla="*/ 742285 h 2749760"/>
              <a:gd name="connsiteX51" fmla="*/ 2685007 w 3147462"/>
              <a:gd name="connsiteY51" fmla="*/ 857898 h 2749760"/>
              <a:gd name="connsiteX52" fmla="*/ 2127958 w 3147462"/>
              <a:gd name="connsiteY52" fmla="*/ 479526 h 2749760"/>
              <a:gd name="connsiteX53" fmla="*/ 1612952 w 3147462"/>
              <a:gd name="connsiteY53" fmla="*/ 332381 h 2749760"/>
              <a:gd name="connsiteX54" fmla="*/ 1245090 w 3147462"/>
              <a:gd name="connsiteY54" fmla="*/ 216767 h 2749760"/>
              <a:gd name="connsiteX55" fmla="*/ 1213558 w 3147462"/>
              <a:gd name="connsiteY55" fmla="*/ 195747 h 2749760"/>
              <a:gd name="connsiteX56" fmla="*/ 1213558 w 3147462"/>
              <a:gd name="connsiteY56" fmla="*/ 27581 h 2749760"/>
              <a:gd name="connsiteX57" fmla="*/ 1234579 w 3147462"/>
              <a:gd name="connsiteY57" fmla="*/ 69623 h 2749760"/>
              <a:gd name="connsiteX58" fmla="*/ 1444786 w 3147462"/>
              <a:gd name="connsiteY58" fmla="*/ 1215250 h 2749760"/>
              <a:gd name="connsiteX59" fmla="*/ 1402745 w 3147462"/>
              <a:gd name="connsiteY59" fmla="*/ 1341374 h 2749760"/>
              <a:gd name="connsiteX60" fmla="*/ 1129476 w 3147462"/>
              <a:gd name="connsiteY60" fmla="*/ 1425457 h 2749760"/>
              <a:gd name="connsiteX61" fmla="*/ 1045393 w 3147462"/>
              <a:gd name="connsiteY61" fmla="*/ 1456988 h 2749760"/>
              <a:gd name="connsiteX62" fmla="*/ 1034883 w 3147462"/>
              <a:gd name="connsiteY62" fmla="*/ 1562092 h 2749760"/>
              <a:gd name="connsiteX63" fmla="*/ 1570910 w 3147462"/>
              <a:gd name="connsiteY63" fmla="*/ 1614643 h 2749760"/>
              <a:gd name="connsiteX64" fmla="*/ 1728565 w 3147462"/>
              <a:gd name="connsiteY64" fmla="*/ 1309843 h 2749760"/>
              <a:gd name="connsiteX65" fmla="*/ 1528869 w 3147462"/>
              <a:gd name="connsiteY65" fmla="*/ 836878 h 2749760"/>
              <a:gd name="connsiteX66" fmla="*/ 1444786 w 3147462"/>
              <a:gd name="connsiteY66" fmla="*/ 784326 h 2749760"/>
              <a:gd name="connsiteX67" fmla="*/ 1581421 w 3147462"/>
              <a:gd name="connsiteY67" fmla="*/ 469016 h 2749760"/>
              <a:gd name="connsiteX68" fmla="*/ 1633972 w 3147462"/>
              <a:gd name="connsiteY68" fmla="*/ 426974 h 2749760"/>
              <a:gd name="connsiteX69" fmla="*/ 1686524 w 3147462"/>
              <a:gd name="connsiteY69" fmla="*/ 416464 h 2749760"/>
              <a:gd name="connsiteX70" fmla="*/ 1718055 w 3147462"/>
              <a:gd name="connsiteY70" fmla="*/ 426974 h 2749760"/>
              <a:gd name="connsiteX71" fmla="*/ 1718055 w 3147462"/>
              <a:gd name="connsiteY71" fmla="*/ 721264 h 2749760"/>
              <a:gd name="connsiteX72" fmla="*/ 1581421 w 3147462"/>
              <a:gd name="connsiteY72" fmla="*/ 826367 h 2749760"/>
              <a:gd name="connsiteX73" fmla="*/ 551407 w 3147462"/>
              <a:gd name="connsiteY73" fmla="*/ 69623 h 2749760"/>
              <a:gd name="connsiteX74" fmla="*/ 540896 w 3147462"/>
              <a:gd name="connsiteY74" fmla="*/ 27581 h 2749760"/>
              <a:gd name="connsiteX75" fmla="*/ 782634 w 3147462"/>
              <a:gd name="connsiteY75" fmla="*/ 6560 h 2749760"/>
              <a:gd name="connsiteX76" fmla="*/ 1013862 w 3147462"/>
              <a:gd name="connsiteY76" fmla="*/ 153705 h 2749760"/>
              <a:gd name="connsiteX77" fmla="*/ 1602441 w 3147462"/>
              <a:gd name="connsiteY77" fmla="*/ 794836 h 2749760"/>
              <a:gd name="connsiteX78" fmla="*/ 1697034 w 3147462"/>
              <a:gd name="connsiteY78" fmla="*/ 920960 h 2749760"/>
              <a:gd name="connsiteX79" fmla="*/ 1728565 w 3147462"/>
              <a:gd name="connsiteY79" fmla="*/ 973512 h 2749760"/>
              <a:gd name="connsiteX80" fmla="*/ 1875710 w 3147462"/>
              <a:gd name="connsiteY80" fmla="*/ 1068105 h 2749760"/>
              <a:gd name="connsiteX81" fmla="*/ 2117448 w 3147462"/>
              <a:gd name="connsiteY81" fmla="*/ 1026064 h 2749760"/>
              <a:gd name="connsiteX82" fmla="*/ 2348676 w 3147462"/>
              <a:gd name="connsiteY82" fmla="*/ 689733 h 2749760"/>
              <a:gd name="connsiteX83" fmla="*/ 2148979 w 3147462"/>
              <a:gd name="connsiteY83" fmla="*/ 290340 h 2749760"/>
              <a:gd name="connsiteX84" fmla="*/ 1917752 w 3147462"/>
              <a:gd name="connsiteY84" fmla="*/ 248298 h 2749760"/>
              <a:gd name="connsiteX85" fmla="*/ 1854690 w 3147462"/>
              <a:gd name="connsiteY85" fmla="*/ 258809 h 2749760"/>
              <a:gd name="connsiteX86" fmla="*/ 1802138 w 3147462"/>
              <a:gd name="connsiteY86" fmla="*/ 963002 h 2749760"/>
              <a:gd name="connsiteX87" fmla="*/ 1875710 w 3147462"/>
              <a:gd name="connsiteY87" fmla="*/ 1110147 h 2749760"/>
              <a:gd name="connsiteX88" fmla="*/ 1896731 w 3147462"/>
              <a:gd name="connsiteY88" fmla="*/ 1204740 h 2749760"/>
              <a:gd name="connsiteX89" fmla="*/ 1623462 w 3147462"/>
              <a:gd name="connsiteY89" fmla="*/ 1204740 h 2749760"/>
              <a:gd name="connsiteX90" fmla="*/ 1539379 w 3147462"/>
              <a:gd name="connsiteY90" fmla="*/ 1110147 h 2749760"/>
              <a:gd name="connsiteX91" fmla="*/ 1581421 w 3147462"/>
              <a:gd name="connsiteY91" fmla="*/ 1068105 h 2749760"/>
              <a:gd name="connsiteX92" fmla="*/ 2138469 w 3147462"/>
              <a:gd name="connsiteY92" fmla="*/ 1078616 h 2749760"/>
              <a:gd name="connsiteX93" fmla="*/ 2327655 w 3147462"/>
              <a:gd name="connsiteY93" fmla="*/ 1204740 h 2749760"/>
              <a:gd name="connsiteX94" fmla="*/ 2401227 w 3147462"/>
              <a:gd name="connsiteY94" fmla="*/ 889429 h 2749760"/>
              <a:gd name="connsiteX95" fmla="*/ 2117448 w 3147462"/>
              <a:gd name="connsiteY95" fmla="*/ 332381 h 2749760"/>
              <a:gd name="connsiteX96" fmla="*/ 2075407 w 3147462"/>
              <a:gd name="connsiteY96" fmla="*/ 311360 h 2749760"/>
              <a:gd name="connsiteX97" fmla="*/ 2443269 w 3147462"/>
              <a:gd name="connsiteY97" fmla="*/ 269319 h 2749760"/>
              <a:gd name="connsiteX98" fmla="*/ 2495821 w 3147462"/>
              <a:gd name="connsiteY98" fmla="*/ 258809 h 2749760"/>
              <a:gd name="connsiteX99" fmla="*/ 2653476 w 3147462"/>
              <a:gd name="connsiteY99" fmla="*/ 532078 h 2749760"/>
              <a:gd name="connsiteX100" fmla="*/ 2716538 w 3147462"/>
              <a:gd name="connsiteY100" fmla="*/ 931471 h 2749760"/>
              <a:gd name="connsiteX101" fmla="*/ 2727048 w 3147462"/>
              <a:gd name="connsiteY101" fmla="*/ 1078616 h 2749760"/>
              <a:gd name="connsiteX102" fmla="*/ 2716538 w 3147462"/>
              <a:gd name="connsiteY102" fmla="*/ 1120657 h 2749760"/>
              <a:gd name="connsiteX103" fmla="*/ 2233062 w 3147462"/>
              <a:gd name="connsiteY103" fmla="*/ 1341374 h 2749760"/>
              <a:gd name="connsiteX104" fmla="*/ 2064896 w 3147462"/>
              <a:gd name="connsiteY104" fmla="*/ 1635664 h 2749760"/>
              <a:gd name="connsiteX105" fmla="*/ 2212041 w 3147462"/>
              <a:gd name="connsiteY105" fmla="*/ 1982505 h 2749760"/>
              <a:gd name="connsiteX106" fmla="*/ 2222552 w 3147462"/>
              <a:gd name="connsiteY106" fmla="*/ 2014036 h 2749760"/>
              <a:gd name="connsiteX107" fmla="*/ 2033365 w 3147462"/>
              <a:gd name="connsiteY107" fmla="*/ 2003526 h 2749760"/>
              <a:gd name="connsiteX108" fmla="*/ 1770607 w 3147462"/>
              <a:gd name="connsiteY108" fmla="*/ 1866892 h 2749760"/>
              <a:gd name="connsiteX109" fmla="*/ 1581421 w 3147462"/>
              <a:gd name="connsiteY109" fmla="*/ 1719747 h 2749760"/>
              <a:gd name="connsiteX110" fmla="*/ 1497338 w 3147462"/>
              <a:gd name="connsiteY110" fmla="*/ 1667195 h 2749760"/>
              <a:gd name="connsiteX111" fmla="*/ 1749586 w 3147462"/>
              <a:gd name="connsiteY111" fmla="*/ 1520050 h 2749760"/>
              <a:gd name="connsiteX112" fmla="*/ 2369696 w 3147462"/>
              <a:gd name="connsiteY112" fmla="*/ 1572602 h 2749760"/>
              <a:gd name="connsiteX113" fmla="*/ 2548372 w 3147462"/>
              <a:gd name="connsiteY113" fmla="*/ 1656685 h 2749760"/>
              <a:gd name="connsiteX114" fmla="*/ 2579903 w 3147462"/>
              <a:gd name="connsiteY114" fmla="*/ 1698726 h 2749760"/>
              <a:gd name="connsiteX115" fmla="*/ 2600924 w 3147462"/>
              <a:gd name="connsiteY115" fmla="*/ 1730257 h 2749760"/>
              <a:gd name="connsiteX116" fmla="*/ 2695517 w 3147462"/>
              <a:gd name="connsiteY116" fmla="*/ 1740767 h 2749760"/>
              <a:gd name="connsiteX117" fmla="*/ 2685007 w 3147462"/>
              <a:gd name="connsiteY117" fmla="*/ 1656685 h 2749760"/>
              <a:gd name="connsiteX118" fmla="*/ 2527352 w 3147462"/>
              <a:gd name="connsiteY118" fmla="*/ 1478009 h 2749760"/>
              <a:gd name="connsiteX119" fmla="*/ 2327655 w 3147462"/>
              <a:gd name="connsiteY119" fmla="*/ 1456988 h 2749760"/>
              <a:gd name="connsiteX120" fmla="*/ 2054386 w 3147462"/>
              <a:gd name="connsiteY120" fmla="*/ 1446478 h 2749760"/>
              <a:gd name="connsiteX121" fmla="*/ 1991324 w 3147462"/>
              <a:gd name="connsiteY121" fmla="*/ 1583112 h 2749760"/>
              <a:gd name="connsiteX122" fmla="*/ 2170000 w 3147462"/>
              <a:gd name="connsiteY122" fmla="*/ 1919443 h 2749760"/>
              <a:gd name="connsiteX123" fmla="*/ 2180510 w 3147462"/>
              <a:gd name="connsiteY123" fmla="*/ 1950974 h 2749760"/>
              <a:gd name="connsiteX124" fmla="*/ 1949283 w 3147462"/>
              <a:gd name="connsiteY124" fmla="*/ 2045567 h 2749760"/>
              <a:gd name="connsiteX125" fmla="*/ 1781117 w 3147462"/>
              <a:gd name="connsiteY125" fmla="*/ 1993016 h 2749760"/>
              <a:gd name="connsiteX126" fmla="*/ 1444786 w 3147462"/>
              <a:gd name="connsiteY126" fmla="*/ 1845871 h 2749760"/>
              <a:gd name="connsiteX127" fmla="*/ 1266110 w 3147462"/>
              <a:gd name="connsiteY127" fmla="*/ 1814340 h 2749760"/>
              <a:gd name="connsiteX128" fmla="*/ 1139986 w 3147462"/>
              <a:gd name="connsiteY128" fmla="*/ 1782809 h 2749760"/>
              <a:gd name="connsiteX129" fmla="*/ 1087434 w 3147462"/>
              <a:gd name="connsiteY129" fmla="*/ 1982505 h 2749760"/>
              <a:gd name="connsiteX130" fmla="*/ 1076924 w 3147462"/>
              <a:gd name="connsiteY130" fmla="*/ 2024547 h 2749760"/>
              <a:gd name="connsiteX131" fmla="*/ 1139986 w 3147462"/>
              <a:gd name="connsiteY131" fmla="*/ 1309843 h 2749760"/>
              <a:gd name="connsiteX132" fmla="*/ 1213558 w 3147462"/>
              <a:gd name="connsiteY132" fmla="*/ 1141678 h 2749760"/>
              <a:gd name="connsiteX133" fmla="*/ 1444786 w 3147462"/>
              <a:gd name="connsiteY133" fmla="*/ 1068105 h 2749760"/>
              <a:gd name="connsiteX134" fmla="*/ 1644483 w 3147462"/>
              <a:gd name="connsiteY134" fmla="*/ 1173209 h 2749760"/>
              <a:gd name="connsiteX135" fmla="*/ 2001834 w 3147462"/>
              <a:gd name="connsiteY135" fmla="*/ 1835360 h 2749760"/>
              <a:gd name="connsiteX136" fmla="*/ 1917752 w 3147462"/>
              <a:gd name="connsiteY136" fmla="*/ 2098119 h 2749760"/>
              <a:gd name="connsiteX137" fmla="*/ 1676014 w 3147462"/>
              <a:gd name="connsiteY137" fmla="*/ 2266285 h 2749760"/>
              <a:gd name="connsiteX138" fmla="*/ 1560400 w 3147462"/>
              <a:gd name="connsiteY138" fmla="*/ 2381898 h 2749760"/>
              <a:gd name="connsiteX139" fmla="*/ 1434276 w 3147462"/>
              <a:gd name="connsiteY139" fmla="*/ 2529043 h 2749760"/>
              <a:gd name="connsiteX140" fmla="*/ 1360703 w 3147462"/>
              <a:gd name="connsiteY140" fmla="*/ 2634147 h 2749760"/>
              <a:gd name="connsiteX141" fmla="*/ 1203048 w 3147462"/>
              <a:gd name="connsiteY141" fmla="*/ 2749760 h 2749760"/>
              <a:gd name="connsiteX142" fmla="*/ 1097945 w 3147462"/>
              <a:gd name="connsiteY142" fmla="*/ 2739250 h 2749760"/>
              <a:gd name="connsiteX143" fmla="*/ 1045393 w 3147462"/>
              <a:gd name="connsiteY143" fmla="*/ 2623636 h 2749760"/>
              <a:gd name="connsiteX144" fmla="*/ 1129476 w 3147462"/>
              <a:gd name="connsiteY144" fmla="*/ 2444960 h 2749760"/>
              <a:gd name="connsiteX145" fmla="*/ 1497338 w 3147462"/>
              <a:gd name="connsiteY145" fmla="*/ 2245264 h 2749760"/>
              <a:gd name="connsiteX146" fmla="*/ 1686524 w 3147462"/>
              <a:gd name="connsiteY146" fmla="*/ 2276795 h 2749760"/>
              <a:gd name="connsiteX147" fmla="*/ 1781117 w 3147462"/>
              <a:gd name="connsiteY147" fmla="*/ 2350367 h 2749760"/>
              <a:gd name="connsiteX148" fmla="*/ 1875710 w 3147462"/>
              <a:gd name="connsiteY148" fmla="*/ 2487002 h 2749760"/>
              <a:gd name="connsiteX149" fmla="*/ 1959793 w 3147462"/>
              <a:gd name="connsiteY149" fmla="*/ 2560574 h 2749760"/>
              <a:gd name="connsiteX150" fmla="*/ 2001834 w 3147462"/>
              <a:gd name="connsiteY150" fmla="*/ 2539554 h 2749760"/>
              <a:gd name="connsiteX151" fmla="*/ 1949283 w 3147462"/>
              <a:gd name="connsiteY151" fmla="*/ 2108629 h 2749760"/>
              <a:gd name="connsiteX152" fmla="*/ 1413255 w 3147462"/>
              <a:gd name="connsiteY152" fmla="*/ 1877402 h 2749760"/>
              <a:gd name="connsiteX153" fmla="*/ 1329172 w 3147462"/>
              <a:gd name="connsiteY153" fmla="*/ 1908933 h 2749760"/>
              <a:gd name="connsiteX154" fmla="*/ 1644483 w 3147462"/>
              <a:gd name="connsiteY154" fmla="*/ 2339857 h 2749760"/>
              <a:gd name="connsiteX155" fmla="*/ 2327655 w 3147462"/>
              <a:gd name="connsiteY155" fmla="*/ 2487002 h 2749760"/>
              <a:gd name="connsiteX156" fmla="*/ 2411738 w 3147462"/>
              <a:gd name="connsiteY156" fmla="*/ 2476492 h 2749760"/>
              <a:gd name="connsiteX157" fmla="*/ 2495821 w 3147462"/>
              <a:gd name="connsiteY157" fmla="*/ 2276795 h 2749760"/>
              <a:gd name="connsiteX158" fmla="*/ 2464290 w 3147462"/>
              <a:gd name="connsiteY158" fmla="*/ 2150671 h 2749760"/>
              <a:gd name="connsiteX159" fmla="*/ 2390717 w 3147462"/>
              <a:gd name="connsiteY159" fmla="*/ 1929954 h 2749760"/>
              <a:gd name="connsiteX160" fmla="*/ 2359186 w 3147462"/>
              <a:gd name="connsiteY160" fmla="*/ 1824850 h 2749760"/>
              <a:gd name="connsiteX161" fmla="*/ 2369696 w 3147462"/>
              <a:gd name="connsiteY161" fmla="*/ 1782809 h 2749760"/>
              <a:gd name="connsiteX162" fmla="*/ 2748069 w 3147462"/>
              <a:gd name="connsiteY162" fmla="*/ 1803829 h 2749760"/>
              <a:gd name="connsiteX163" fmla="*/ 2779600 w 3147462"/>
              <a:gd name="connsiteY163" fmla="*/ 1993016 h 2749760"/>
              <a:gd name="connsiteX164" fmla="*/ 2769090 w 3147462"/>
              <a:gd name="connsiteY164" fmla="*/ 2098119 h 2749760"/>
              <a:gd name="connsiteX165" fmla="*/ 2706027 w 3147462"/>
              <a:gd name="connsiteY165" fmla="*/ 2287305 h 2749760"/>
              <a:gd name="connsiteX166" fmla="*/ 2663986 w 3147462"/>
              <a:gd name="connsiteY166" fmla="*/ 2371388 h 2749760"/>
              <a:gd name="connsiteX167" fmla="*/ 2600924 w 3147462"/>
              <a:gd name="connsiteY167" fmla="*/ 2402919 h 2749760"/>
              <a:gd name="connsiteX168" fmla="*/ 2663986 w 3147462"/>
              <a:gd name="connsiteY168" fmla="*/ 2497512 h 2749760"/>
              <a:gd name="connsiteX169" fmla="*/ 2874193 w 3147462"/>
              <a:gd name="connsiteY169" fmla="*/ 2360878 h 2749760"/>
              <a:gd name="connsiteX170" fmla="*/ 2832152 w 3147462"/>
              <a:gd name="connsiteY170" fmla="*/ 2224243 h 2749760"/>
              <a:gd name="connsiteX171" fmla="*/ 2558883 w 3147462"/>
              <a:gd name="connsiteY171" fmla="*/ 1919443 h 2749760"/>
              <a:gd name="connsiteX172" fmla="*/ 2443269 w 3147462"/>
              <a:gd name="connsiteY172" fmla="*/ 1782809 h 2749760"/>
              <a:gd name="connsiteX173" fmla="*/ 2411738 w 3147462"/>
              <a:gd name="connsiteY173" fmla="*/ 1709236 h 2749760"/>
              <a:gd name="connsiteX174" fmla="*/ 2401227 w 3147462"/>
              <a:gd name="connsiteY174" fmla="*/ 1614643 h 2749760"/>
              <a:gd name="connsiteX175" fmla="*/ 2443269 w 3147462"/>
              <a:gd name="connsiteY175" fmla="*/ 1551581 h 2749760"/>
              <a:gd name="connsiteX176" fmla="*/ 2611434 w 3147462"/>
              <a:gd name="connsiteY176" fmla="*/ 1414947 h 2749760"/>
              <a:gd name="connsiteX177" fmla="*/ 2685007 w 3147462"/>
              <a:gd name="connsiteY177" fmla="*/ 1194229 h 2749760"/>
              <a:gd name="connsiteX178" fmla="*/ 2611434 w 3147462"/>
              <a:gd name="connsiteY178" fmla="*/ 826367 h 2749760"/>
              <a:gd name="connsiteX179" fmla="*/ 2600924 w 3147462"/>
              <a:gd name="connsiteY179" fmla="*/ 763305 h 2749760"/>
              <a:gd name="connsiteX180" fmla="*/ 2663986 w 3147462"/>
              <a:gd name="connsiteY180" fmla="*/ 490036 h 2749760"/>
              <a:gd name="connsiteX181" fmla="*/ 2611434 w 3147462"/>
              <a:gd name="connsiteY181" fmla="*/ 374423 h 2749760"/>
              <a:gd name="connsiteX182" fmla="*/ 2201531 w 3147462"/>
              <a:gd name="connsiteY182" fmla="*/ 216767 h 2749760"/>
              <a:gd name="connsiteX183" fmla="*/ 1991324 w 3147462"/>
              <a:gd name="connsiteY183" fmla="*/ 248298 h 2749760"/>
              <a:gd name="connsiteX184" fmla="*/ 1654993 w 3147462"/>
              <a:gd name="connsiteY184" fmla="*/ 426974 h 2749760"/>
              <a:gd name="connsiteX185" fmla="*/ 1465807 w 3147462"/>
              <a:gd name="connsiteY185" fmla="*/ 490036 h 2749760"/>
              <a:gd name="connsiteX186" fmla="*/ 1402745 w 3147462"/>
              <a:gd name="connsiteY186" fmla="*/ 479526 h 2749760"/>
              <a:gd name="connsiteX187" fmla="*/ 1371214 w 3147462"/>
              <a:gd name="connsiteY187" fmla="*/ 447995 h 2749760"/>
              <a:gd name="connsiteX188" fmla="*/ 1455296 w 3147462"/>
              <a:gd name="connsiteY188" fmla="*/ 332381 h 2749760"/>
              <a:gd name="connsiteX189" fmla="*/ 1560400 w 3147462"/>
              <a:gd name="connsiteY189" fmla="*/ 300850 h 2749760"/>
              <a:gd name="connsiteX190" fmla="*/ 1854690 w 3147462"/>
              <a:gd name="connsiteY190" fmla="*/ 248298 h 2749760"/>
              <a:gd name="connsiteX191" fmla="*/ 2222552 w 3147462"/>
              <a:gd name="connsiteY191" fmla="*/ 258809 h 2749760"/>
              <a:gd name="connsiteX192" fmla="*/ 2317145 w 3147462"/>
              <a:gd name="connsiteY192" fmla="*/ 269319 h 2749760"/>
              <a:gd name="connsiteX193" fmla="*/ 2369696 w 3147462"/>
              <a:gd name="connsiteY193" fmla="*/ 227278 h 2749760"/>
              <a:gd name="connsiteX194" fmla="*/ 2327655 w 3147462"/>
              <a:gd name="connsiteY194" fmla="*/ 101154 h 2749760"/>
              <a:gd name="connsiteX195" fmla="*/ 1886221 w 3147462"/>
              <a:gd name="connsiteY195" fmla="*/ 69623 h 2749760"/>
              <a:gd name="connsiteX196" fmla="*/ 1718055 w 3147462"/>
              <a:gd name="connsiteY196" fmla="*/ 59112 h 2749760"/>
              <a:gd name="connsiteX197" fmla="*/ 1676014 w 3147462"/>
              <a:gd name="connsiteY197" fmla="*/ 80133 h 2749760"/>
              <a:gd name="connsiteX198" fmla="*/ 1654993 w 3147462"/>
              <a:gd name="connsiteY198" fmla="*/ 248298 h 2749760"/>
              <a:gd name="connsiteX199" fmla="*/ 1718055 w 3147462"/>
              <a:gd name="connsiteY199" fmla="*/ 300850 h 2749760"/>
              <a:gd name="connsiteX200" fmla="*/ 2170000 w 3147462"/>
              <a:gd name="connsiteY200" fmla="*/ 416464 h 2749760"/>
              <a:gd name="connsiteX201" fmla="*/ 2474800 w 3147462"/>
              <a:gd name="connsiteY201" fmla="*/ 321871 h 2749760"/>
              <a:gd name="connsiteX202" fmla="*/ 2758579 w 3147462"/>
              <a:gd name="connsiteY202" fmla="*/ 405954 h 2749760"/>
              <a:gd name="connsiteX203" fmla="*/ 2916234 w 3147462"/>
              <a:gd name="connsiteY203" fmla="*/ 574119 h 2749760"/>
              <a:gd name="connsiteX204" fmla="*/ 3115931 w 3147462"/>
              <a:gd name="connsiteY204" fmla="*/ 899940 h 2749760"/>
              <a:gd name="connsiteX205" fmla="*/ 3042358 w 3147462"/>
              <a:gd name="connsiteY205" fmla="*/ 1036574 h 2749760"/>
              <a:gd name="connsiteX206" fmla="*/ 2905724 w 3147462"/>
              <a:gd name="connsiteY206" fmla="*/ 1131167 h 2749760"/>
              <a:gd name="connsiteX207" fmla="*/ 2811131 w 3147462"/>
              <a:gd name="connsiteY207" fmla="*/ 1204740 h 2749760"/>
              <a:gd name="connsiteX208" fmla="*/ 2727048 w 3147462"/>
              <a:gd name="connsiteY208" fmla="*/ 1341374 h 2749760"/>
              <a:gd name="connsiteX209" fmla="*/ 2674496 w 3147462"/>
              <a:gd name="connsiteY209" fmla="*/ 1803829 h 2749760"/>
              <a:gd name="connsiteX210" fmla="*/ 2737558 w 3147462"/>
              <a:gd name="connsiteY210" fmla="*/ 1877402 h 2749760"/>
              <a:gd name="connsiteX211" fmla="*/ 2758579 w 3147462"/>
              <a:gd name="connsiteY211" fmla="*/ 1929954 h 2749760"/>
              <a:gd name="connsiteX212" fmla="*/ 2779600 w 3147462"/>
              <a:gd name="connsiteY212" fmla="*/ 1961485 h 2749760"/>
              <a:gd name="connsiteX213" fmla="*/ 2821641 w 3147462"/>
              <a:gd name="connsiteY213" fmla="*/ 2087609 h 2749760"/>
              <a:gd name="connsiteX214" fmla="*/ 2758579 w 3147462"/>
              <a:gd name="connsiteY214" fmla="*/ 2402919 h 2749760"/>
              <a:gd name="connsiteX215" fmla="*/ 2611434 w 3147462"/>
              <a:gd name="connsiteY215" fmla="*/ 2413429 h 2749760"/>
              <a:gd name="connsiteX216" fmla="*/ 2306634 w 3147462"/>
              <a:gd name="connsiteY216" fmla="*/ 2287305 h 2749760"/>
              <a:gd name="connsiteX217" fmla="*/ 2306634 w 3147462"/>
              <a:gd name="connsiteY217" fmla="*/ 2035057 h 2749760"/>
              <a:gd name="connsiteX218" fmla="*/ 2695517 w 3147462"/>
              <a:gd name="connsiteY218" fmla="*/ 1520050 h 2749760"/>
              <a:gd name="connsiteX219" fmla="*/ 2905724 w 3147462"/>
              <a:gd name="connsiteY219" fmla="*/ 1478009 h 2749760"/>
              <a:gd name="connsiteX220" fmla="*/ 3021338 w 3147462"/>
              <a:gd name="connsiteY220" fmla="*/ 1551581 h 2749760"/>
              <a:gd name="connsiteX221" fmla="*/ 3147462 w 3147462"/>
              <a:gd name="connsiteY221" fmla="*/ 1803829 h 2749760"/>
              <a:gd name="connsiteX222" fmla="*/ 3136952 w 3147462"/>
              <a:gd name="connsiteY222" fmla="*/ 1908933 h 2749760"/>
              <a:gd name="connsiteX223" fmla="*/ 3052869 w 3147462"/>
              <a:gd name="connsiteY223" fmla="*/ 2035057 h 2749760"/>
              <a:gd name="connsiteX224" fmla="*/ 2821641 w 3147462"/>
              <a:gd name="connsiteY224" fmla="*/ 2203223 h 2749760"/>
              <a:gd name="connsiteX225" fmla="*/ 2706027 w 3147462"/>
              <a:gd name="connsiteY225" fmla="*/ 2213733 h 2749760"/>
              <a:gd name="connsiteX226" fmla="*/ 2632455 w 3147462"/>
              <a:gd name="connsiteY226" fmla="*/ 2255774 h 2749760"/>
              <a:gd name="connsiteX227" fmla="*/ 2611434 w 3147462"/>
              <a:gd name="connsiteY227" fmla="*/ 2444960 h 2749760"/>
              <a:gd name="connsiteX228" fmla="*/ 2663986 w 3147462"/>
              <a:gd name="connsiteY228" fmla="*/ 2465981 h 2749760"/>
              <a:gd name="connsiteX229" fmla="*/ 2706027 w 3147462"/>
              <a:gd name="connsiteY229" fmla="*/ 2508023 h 2749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</a:cxnLst>
            <a:rect l="l" t="t" r="r" b="b"/>
            <a:pathLst>
              <a:path w="3147462" h="2749760">
                <a:moveTo>
                  <a:pt x="330690" y="2623636"/>
                </a:moveTo>
                <a:cubicBezTo>
                  <a:pt x="327186" y="2599112"/>
                  <a:pt x="322565" y="2574722"/>
                  <a:pt x="320179" y="2550064"/>
                </a:cubicBezTo>
                <a:cubicBezTo>
                  <a:pt x="299623" y="2337655"/>
                  <a:pt x="299564" y="2305122"/>
                  <a:pt x="288648" y="2108629"/>
                </a:cubicBezTo>
                <a:cubicBezTo>
                  <a:pt x="292151" y="2080602"/>
                  <a:pt x="282741" y="2047531"/>
                  <a:pt x="299158" y="2024547"/>
                </a:cubicBezTo>
                <a:cubicBezTo>
                  <a:pt x="386580" y="1902158"/>
                  <a:pt x="477815" y="1988031"/>
                  <a:pt x="593448" y="2024547"/>
                </a:cubicBezTo>
                <a:cubicBezTo>
                  <a:pt x="621476" y="2073595"/>
                  <a:pt x="670161" y="2115683"/>
                  <a:pt x="677531" y="2171692"/>
                </a:cubicBezTo>
                <a:cubicBezTo>
                  <a:pt x="684782" y="2226797"/>
                  <a:pt x="646877" y="2514459"/>
                  <a:pt x="582938" y="2581595"/>
                </a:cubicBezTo>
                <a:cubicBezTo>
                  <a:pt x="546136" y="2620237"/>
                  <a:pt x="484841" y="2623636"/>
                  <a:pt x="435793" y="2644657"/>
                </a:cubicBezTo>
                <a:cubicBezTo>
                  <a:pt x="379738" y="2634147"/>
                  <a:pt x="322781" y="2627640"/>
                  <a:pt x="267627" y="2613126"/>
                </a:cubicBezTo>
                <a:cubicBezTo>
                  <a:pt x="255411" y="2609911"/>
                  <a:pt x="241527" y="2603510"/>
                  <a:pt x="236096" y="2592105"/>
                </a:cubicBezTo>
                <a:cubicBezTo>
                  <a:pt x="205597" y="2528057"/>
                  <a:pt x="162524" y="2392409"/>
                  <a:pt x="162524" y="2392409"/>
                </a:cubicBezTo>
                <a:cubicBezTo>
                  <a:pt x="176538" y="2381899"/>
                  <a:pt x="187246" y="2358254"/>
                  <a:pt x="204565" y="2360878"/>
                </a:cubicBezTo>
                <a:cubicBezTo>
                  <a:pt x="374891" y="2386685"/>
                  <a:pt x="467969" y="2424237"/>
                  <a:pt x="603958" y="2487002"/>
                </a:cubicBezTo>
                <a:cubicBezTo>
                  <a:pt x="618184" y="2493568"/>
                  <a:pt x="631986" y="2501016"/>
                  <a:pt x="646000" y="2508023"/>
                </a:cubicBezTo>
                <a:cubicBezTo>
                  <a:pt x="656510" y="2469485"/>
                  <a:pt x="699689" y="2425646"/>
                  <a:pt x="677531" y="2392409"/>
                </a:cubicBezTo>
                <a:cubicBezTo>
                  <a:pt x="465144" y="2073828"/>
                  <a:pt x="422140" y="2108860"/>
                  <a:pt x="130993" y="2045567"/>
                </a:cubicBezTo>
                <a:cubicBezTo>
                  <a:pt x="-49916" y="2166175"/>
                  <a:pt x="8016" y="2112897"/>
                  <a:pt x="519876" y="2434450"/>
                </a:cubicBezTo>
                <a:cubicBezTo>
                  <a:pt x="761057" y="2585961"/>
                  <a:pt x="854782" y="2577296"/>
                  <a:pt x="1076924" y="2592105"/>
                </a:cubicBezTo>
                <a:cubicBezTo>
                  <a:pt x="1090938" y="2588602"/>
                  <a:pt x="1114072" y="2595186"/>
                  <a:pt x="1118965" y="2581595"/>
                </a:cubicBezTo>
                <a:cubicBezTo>
                  <a:pt x="1217898" y="2306781"/>
                  <a:pt x="1155661" y="2157787"/>
                  <a:pt x="1118965" y="1845871"/>
                </a:cubicBezTo>
                <a:cubicBezTo>
                  <a:pt x="1091748" y="1614529"/>
                  <a:pt x="1148145" y="1420009"/>
                  <a:pt x="929779" y="1299333"/>
                </a:cubicBezTo>
                <a:cubicBezTo>
                  <a:pt x="849291" y="1254853"/>
                  <a:pt x="754607" y="1243278"/>
                  <a:pt x="667021" y="1215250"/>
                </a:cubicBezTo>
                <a:cubicBezTo>
                  <a:pt x="529592" y="1413758"/>
                  <a:pt x="127120" y="1833755"/>
                  <a:pt x="372731" y="2150671"/>
                </a:cubicBezTo>
                <a:cubicBezTo>
                  <a:pt x="444682" y="2243511"/>
                  <a:pt x="596952" y="2080602"/>
                  <a:pt x="709062" y="2045567"/>
                </a:cubicBezTo>
                <a:cubicBezTo>
                  <a:pt x="754607" y="2007029"/>
                  <a:pt x="806059" y="1974545"/>
                  <a:pt x="845696" y="1929954"/>
                </a:cubicBezTo>
                <a:cubicBezTo>
                  <a:pt x="863422" y="1910012"/>
                  <a:pt x="894163" y="1876999"/>
                  <a:pt x="877227" y="1856381"/>
                </a:cubicBezTo>
                <a:cubicBezTo>
                  <a:pt x="802905" y="1765902"/>
                  <a:pt x="702957" y="1698190"/>
                  <a:pt x="603958" y="1635664"/>
                </a:cubicBezTo>
                <a:cubicBezTo>
                  <a:pt x="435637" y="1529356"/>
                  <a:pt x="78441" y="1351885"/>
                  <a:pt x="78441" y="1351885"/>
                </a:cubicBezTo>
                <a:cubicBezTo>
                  <a:pt x="57420" y="1313347"/>
                  <a:pt x="32093" y="1276863"/>
                  <a:pt x="15379" y="1236271"/>
                </a:cubicBezTo>
                <a:cubicBezTo>
                  <a:pt x="7265" y="1216566"/>
                  <a:pt x="-7772" y="1190365"/>
                  <a:pt x="4869" y="1173209"/>
                </a:cubicBezTo>
                <a:cubicBezTo>
                  <a:pt x="152417" y="972965"/>
                  <a:pt x="420808" y="950479"/>
                  <a:pt x="635490" y="878919"/>
                </a:cubicBezTo>
                <a:cubicBezTo>
                  <a:pt x="709062" y="892933"/>
                  <a:pt x="787767" y="951378"/>
                  <a:pt x="856207" y="920960"/>
                </a:cubicBezTo>
                <a:cubicBezTo>
                  <a:pt x="895807" y="903360"/>
                  <a:pt x="851495" y="828875"/>
                  <a:pt x="824676" y="794836"/>
                </a:cubicBezTo>
                <a:cubicBezTo>
                  <a:pt x="627120" y="544092"/>
                  <a:pt x="642683" y="581148"/>
                  <a:pt x="404262" y="553098"/>
                </a:cubicBezTo>
                <a:cubicBezTo>
                  <a:pt x="383241" y="556602"/>
                  <a:pt x="358932" y="551788"/>
                  <a:pt x="341200" y="563609"/>
                </a:cubicBezTo>
                <a:cubicBezTo>
                  <a:pt x="226251" y="640242"/>
                  <a:pt x="243821" y="829355"/>
                  <a:pt x="225586" y="931471"/>
                </a:cubicBezTo>
                <a:cubicBezTo>
                  <a:pt x="232593" y="963002"/>
                  <a:pt x="219175" y="1009012"/>
                  <a:pt x="246607" y="1026064"/>
                </a:cubicBezTo>
                <a:cubicBezTo>
                  <a:pt x="493601" y="1179601"/>
                  <a:pt x="643453" y="1177349"/>
                  <a:pt x="908758" y="1215250"/>
                </a:cubicBezTo>
                <a:cubicBezTo>
                  <a:pt x="933282" y="1208243"/>
                  <a:pt x="973876" y="1218293"/>
                  <a:pt x="982331" y="1194229"/>
                </a:cubicBezTo>
                <a:cubicBezTo>
                  <a:pt x="1075624" y="928704"/>
                  <a:pt x="1083194" y="695064"/>
                  <a:pt x="898248" y="458505"/>
                </a:cubicBezTo>
                <a:cubicBezTo>
                  <a:pt x="822232" y="361275"/>
                  <a:pt x="593448" y="248298"/>
                  <a:pt x="593448" y="248298"/>
                </a:cubicBezTo>
                <a:cubicBezTo>
                  <a:pt x="531387" y="155208"/>
                  <a:pt x="452552" y="59330"/>
                  <a:pt x="845696" y="101154"/>
                </a:cubicBezTo>
                <a:cubicBezTo>
                  <a:pt x="937671" y="110939"/>
                  <a:pt x="992841" y="213264"/>
                  <a:pt x="1066414" y="269319"/>
                </a:cubicBezTo>
                <a:cubicBezTo>
                  <a:pt x="1090938" y="325374"/>
                  <a:pt x="1137635" y="376345"/>
                  <a:pt x="1139986" y="437485"/>
                </a:cubicBezTo>
                <a:cubicBezTo>
                  <a:pt x="1142900" y="513248"/>
                  <a:pt x="1022762" y="1187713"/>
                  <a:pt x="1129476" y="574119"/>
                </a:cubicBezTo>
                <a:cubicBezTo>
                  <a:pt x="1059407" y="497043"/>
                  <a:pt x="1005939" y="400672"/>
                  <a:pt x="919269" y="342892"/>
                </a:cubicBezTo>
                <a:cubicBezTo>
                  <a:pt x="852796" y="298576"/>
                  <a:pt x="766291" y="295939"/>
                  <a:pt x="688041" y="279829"/>
                </a:cubicBezTo>
                <a:cubicBezTo>
                  <a:pt x="646721" y="271322"/>
                  <a:pt x="603872" y="273735"/>
                  <a:pt x="561917" y="269319"/>
                </a:cubicBezTo>
                <a:cubicBezTo>
                  <a:pt x="537280" y="266726"/>
                  <a:pt x="512869" y="262312"/>
                  <a:pt x="488345" y="258809"/>
                </a:cubicBezTo>
                <a:cubicBezTo>
                  <a:pt x="468528" y="229084"/>
                  <a:pt x="424181" y="184253"/>
                  <a:pt x="540896" y="206257"/>
                </a:cubicBezTo>
                <a:cubicBezTo>
                  <a:pt x="1367484" y="362089"/>
                  <a:pt x="1787464" y="439062"/>
                  <a:pt x="2516841" y="742285"/>
                </a:cubicBezTo>
                <a:cubicBezTo>
                  <a:pt x="2579654" y="768398"/>
                  <a:pt x="2741371" y="895982"/>
                  <a:pt x="2685007" y="857898"/>
                </a:cubicBezTo>
                <a:cubicBezTo>
                  <a:pt x="2499016" y="732228"/>
                  <a:pt x="2343788" y="541192"/>
                  <a:pt x="2127958" y="479526"/>
                </a:cubicBezTo>
                <a:lnTo>
                  <a:pt x="1612952" y="332381"/>
                </a:lnTo>
                <a:cubicBezTo>
                  <a:pt x="1115214" y="180294"/>
                  <a:pt x="1563225" y="296301"/>
                  <a:pt x="1245090" y="216767"/>
                </a:cubicBezTo>
                <a:cubicBezTo>
                  <a:pt x="1234579" y="209760"/>
                  <a:pt x="1217875" y="207618"/>
                  <a:pt x="1213558" y="195747"/>
                </a:cubicBezTo>
                <a:cubicBezTo>
                  <a:pt x="1191821" y="135972"/>
                  <a:pt x="1205192" y="86145"/>
                  <a:pt x="1213558" y="27581"/>
                </a:cubicBezTo>
                <a:cubicBezTo>
                  <a:pt x="1220565" y="41595"/>
                  <a:pt x="1230570" y="54477"/>
                  <a:pt x="1234579" y="69623"/>
                </a:cubicBezTo>
                <a:cubicBezTo>
                  <a:pt x="1434990" y="826729"/>
                  <a:pt x="1386488" y="559397"/>
                  <a:pt x="1444786" y="1215250"/>
                </a:cubicBezTo>
                <a:cubicBezTo>
                  <a:pt x="1430772" y="1257291"/>
                  <a:pt x="1439618" y="1316792"/>
                  <a:pt x="1402745" y="1341374"/>
                </a:cubicBezTo>
                <a:cubicBezTo>
                  <a:pt x="1323447" y="1394239"/>
                  <a:pt x="1220153" y="1396120"/>
                  <a:pt x="1129476" y="1425457"/>
                </a:cubicBezTo>
                <a:cubicBezTo>
                  <a:pt x="1100996" y="1434671"/>
                  <a:pt x="1073421" y="1446478"/>
                  <a:pt x="1045393" y="1456988"/>
                </a:cubicBezTo>
                <a:cubicBezTo>
                  <a:pt x="1041890" y="1492023"/>
                  <a:pt x="1010545" y="1536648"/>
                  <a:pt x="1034883" y="1562092"/>
                </a:cubicBezTo>
                <a:cubicBezTo>
                  <a:pt x="1246185" y="1782999"/>
                  <a:pt x="1319065" y="1686599"/>
                  <a:pt x="1570910" y="1614643"/>
                </a:cubicBezTo>
                <a:cubicBezTo>
                  <a:pt x="1623462" y="1513043"/>
                  <a:pt x="1711869" y="1423004"/>
                  <a:pt x="1728565" y="1309843"/>
                </a:cubicBezTo>
                <a:cubicBezTo>
                  <a:pt x="1765296" y="1060888"/>
                  <a:pt x="1683104" y="969080"/>
                  <a:pt x="1528869" y="836878"/>
                </a:cubicBezTo>
                <a:cubicBezTo>
                  <a:pt x="1503774" y="815368"/>
                  <a:pt x="1472814" y="801843"/>
                  <a:pt x="1444786" y="784326"/>
                </a:cubicBezTo>
                <a:cubicBezTo>
                  <a:pt x="1468257" y="643495"/>
                  <a:pt x="1456764" y="674334"/>
                  <a:pt x="1581421" y="469016"/>
                </a:cubicBezTo>
                <a:cubicBezTo>
                  <a:pt x="1593063" y="449841"/>
                  <a:pt x="1613907" y="437006"/>
                  <a:pt x="1633972" y="426974"/>
                </a:cubicBezTo>
                <a:cubicBezTo>
                  <a:pt x="1649950" y="418985"/>
                  <a:pt x="1669007" y="419967"/>
                  <a:pt x="1686524" y="416464"/>
                </a:cubicBezTo>
                <a:cubicBezTo>
                  <a:pt x="1697034" y="419967"/>
                  <a:pt x="1713100" y="417065"/>
                  <a:pt x="1718055" y="426974"/>
                </a:cubicBezTo>
                <a:cubicBezTo>
                  <a:pt x="1759522" y="509908"/>
                  <a:pt x="1765577" y="641070"/>
                  <a:pt x="1718055" y="721264"/>
                </a:cubicBezTo>
                <a:cubicBezTo>
                  <a:pt x="1688761" y="770697"/>
                  <a:pt x="1626966" y="791333"/>
                  <a:pt x="1581421" y="826367"/>
                </a:cubicBezTo>
                <a:cubicBezTo>
                  <a:pt x="765978" y="342791"/>
                  <a:pt x="812298" y="571335"/>
                  <a:pt x="551407" y="69623"/>
                </a:cubicBezTo>
                <a:cubicBezTo>
                  <a:pt x="544743" y="56807"/>
                  <a:pt x="544400" y="41595"/>
                  <a:pt x="540896" y="27581"/>
                </a:cubicBezTo>
                <a:cubicBezTo>
                  <a:pt x="621475" y="20574"/>
                  <a:pt x="704482" y="-14281"/>
                  <a:pt x="782634" y="6560"/>
                </a:cubicBezTo>
                <a:cubicBezTo>
                  <a:pt x="870908" y="30100"/>
                  <a:pt x="944689" y="94026"/>
                  <a:pt x="1013862" y="153705"/>
                </a:cubicBezTo>
                <a:cubicBezTo>
                  <a:pt x="1162312" y="281779"/>
                  <a:pt x="1475318" y="645280"/>
                  <a:pt x="1602441" y="794836"/>
                </a:cubicBezTo>
                <a:cubicBezTo>
                  <a:pt x="1630565" y="827923"/>
                  <a:pt x="1670681" y="878795"/>
                  <a:pt x="1697034" y="920960"/>
                </a:cubicBezTo>
                <a:cubicBezTo>
                  <a:pt x="1707861" y="938283"/>
                  <a:pt x="1712796" y="960525"/>
                  <a:pt x="1728565" y="973512"/>
                </a:cubicBezTo>
                <a:cubicBezTo>
                  <a:pt x="1773575" y="1010579"/>
                  <a:pt x="1826662" y="1036574"/>
                  <a:pt x="1875710" y="1068105"/>
                </a:cubicBezTo>
                <a:cubicBezTo>
                  <a:pt x="1956289" y="1054091"/>
                  <a:pt x="2053582" y="1077157"/>
                  <a:pt x="2117448" y="1026064"/>
                </a:cubicBezTo>
                <a:cubicBezTo>
                  <a:pt x="2223685" y="941075"/>
                  <a:pt x="2312496" y="820884"/>
                  <a:pt x="2348676" y="689733"/>
                </a:cubicBezTo>
                <a:cubicBezTo>
                  <a:pt x="2393035" y="528933"/>
                  <a:pt x="2273842" y="365258"/>
                  <a:pt x="2148979" y="290340"/>
                </a:cubicBezTo>
                <a:cubicBezTo>
                  <a:pt x="2100896" y="261490"/>
                  <a:pt x="1974816" y="254005"/>
                  <a:pt x="1917752" y="248298"/>
                </a:cubicBezTo>
                <a:lnTo>
                  <a:pt x="1854690" y="258809"/>
                </a:lnTo>
                <a:cubicBezTo>
                  <a:pt x="1730958" y="560405"/>
                  <a:pt x="1720496" y="670453"/>
                  <a:pt x="1802138" y="963002"/>
                </a:cubicBezTo>
                <a:cubicBezTo>
                  <a:pt x="1816878" y="1015821"/>
                  <a:pt x="1875710" y="1110147"/>
                  <a:pt x="1875710" y="1110147"/>
                </a:cubicBezTo>
                <a:cubicBezTo>
                  <a:pt x="1882717" y="1141678"/>
                  <a:pt x="1899032" y="1172522"/>
                  <a:pt x="1896731" y="1204740"/>
                </a:cubicBezTo>
                <a:cubicBezTo>
                  <a:pt x="1886931" y="1341949"/>
                  <a:pt x="1626189" y="1205333"/>
                  <a:pt x="1623462" y="1204740"/>
                </a:cubicBezTo>
                <a:cubicBezTo>
                  <a:pt x="1595434" y="1173209"/>
                  <a:pt x="1551785" y="1150469"/>
                  <a:pt x="1539379" y="1110147"/>
                </a:cubicBezTo>
                <a:cubicBezTo>
                  <a:pt x="1533551" y="1091205"/>
                  <a:pt x="1561630" y="1069147"/>
                  <a:pt x="1581421" y="1068105"/>
                </a:cubicBezTo>
                <a:cubicBezTo>
                  <a:pt x="1766880" y="1058344"/>
                  <a:pt x="1952786" y="1075112"/>
                  <a:pt x="2138469" y="1078616"/>
                </a:cubicBezTo>
                <a:cubicBezTo>
                  <a:pt x="2201531" y="1120657"/>
                  <a:pt x="2265438" y="1161458"/>
                  <a:pt x="2327655" y="1204740"/>
                </a:cubicBezTo>
                <a:cubicBezTo>
                  <a:pt x="2474243" y="1306714"/>
                  <a:pt x="2374319" y="1346873"/>
                  <a:pt x="2401227" y="889429"/>
                </a:cubicBezTo>
                <a:cubicBezTo>
                  <a:pt x="2256735" y="501107"/>
                  <a:pt x="2338443" y="509178"/>
                  <a:pt x="2117448" y="332381"/>
                </a:cubicBezTo>
                <a:cubicBezTo>
                  <a:pt x="2105214" y="322593"/>
                  <a:pt x="2089421" y="318367"/>
                  <a:pt x="2075407" y="311360"/>
                </a:cubicBezTo>
                <a:cubicBezTo>
                  <a:pt x="2240923" y="278257"/>
                  <a:pt x="2054671" y="313730"/>
                  <a:pt x="2443269" y="269319"/>
                </a:cubicBezTo>
                <a:cubicBezTo>
                  <a:pt x="2461018" y="267291"/>
                  <a:pt x="2478304" y="262312"/>
                  <a:pt x="2495821" y="258809"/>
                </a:cubicBezTo>
                <a:cubicBezTo>
                  <a:pt x="2522982" y="95835"/>
                  <a:pt x="2517689" y="56823"/>
                  <a:pt x="2653476" y="532078"/>
                </a:cubicBezTo>
                <a:cubicBezTo>
                  <a:pt x="2690503" y="661672"/>
                  <a:pt x="2695517" y="798340"/>
                  <a:pt x="2716538" y="931471"/>
                </a:cubicBezTo>
                <a:cubicBezTo>
                  <a:pt x="2720041" y="980519"/>
                  <a:pt x="2727048" y="1029443"/>
                  <a:pt x="2727048" y="1078616"/>
                </a:cubicBezTo>
                <a:cubicBezTo>
                  <a:pt x="2727048" y="1093061"/>
                  <a:pt x="2728396" y="1112408"/>
                  <a:pt x="2716538" y="1120657"/>
                </a:cubicBezTo>
                <a:cubicBezTo>
                  <a:pt x="2551713" y="1235318"/>
                  <a:pt x="2418963" y="1271661"/>
                  <a:pt x="2233062" y="1341374"/>
                </a:cubicBezTo>
                <a:cubicBezTo>
                  <a:pt x="2142136" y="1424723"/>
                  <a:pt x="2033852" y="1480442"/>
                  <a:pt x="2064896" y="1635664"/>
                </a:cubicBezTo>
                <a:cubicBezTo>
                  <a:pt x="2089526" y="1758813"/>
                  <a:pt x="2172324" y="1863363"/>
                  <a:pt x="2212041" y="1982505"/>
                </a:cubicBezTo>
                <a:cubicBezTo>
                  <a:pt x="2215545" y="1993015"/>
                  <a:pt x="2233555" y="2012742"/>
                  <a:pt x="2222552" y="2014036"/>
                </a:cubicBezTo>
                <a:cubicBezTo>
                  <a:pt x="2159825" y="2021416"/>
                  <a:pt x="2096427" y="2007029"/>
                  <a:pt x="2033365" y="2003526"/>
                </a:cubicBezTo>
                <a:cubicBezTo>
                  <a:pt x="1945779" y="1957981"/>
                  <a:pt x="1854212" y="1919388"/>
                  <a:pt x="1770607" y="1866892"/>
                </a:cubicBezTo>
                <a:cubicBezTo>
                  <a:pt x="1702948" y="1824409"/>
                  <a:pt x="1645924" y="1766884"/>
                  <a:pt x="1581421" y="1719747"/>
                </a:cubicBezTo>
                <a:cubicBezTo>
                  <a:pt x="1554735" y="1700246"/>
                  <a:pt x="1525366" y="1684712"/>
                  <a:pt x="1497338" y="1667195"/>
                </a:cubicBezTo>
                <a:cubicBezTo>
                  <a:pt x="1467493" y="1547825"/>
                  <a:pt x="1450251" y="1537868"/>
                  <a:pt x="1749586" y="1520050"/>
                </a:cubicBezTo>
                <a:cubicBezTo>
                  <a:pt x="1956664" y="1507724"/>
                  <a:pt x="2162993" y="1555085"/>
                  <a:pt x="2369696" y="1572602"/>
                </a:cubicBezTo>
                <a:cubicBezTo>
                  <a:pt x="2429255" y="1600630"/>
                  <a:pt x="2491928" y="1622819"/>
                  <a:pt x="2548372" y="1656685"/>
                </a:cubicBezTo>
                <a:cubicBezTo>
                  <a:pt x="2563393" y="1665697"/>
                  <a:pt x="2569721" y="1684472"/>
                  <a:pt x="2579903" y="1698726"/>
                </a:cubicBezTo>
                <a:cubicBezTo>
                  <a:pt x="2587245" y="1709005"/>
                  <a:pt x="2589053" y="1725940"/>
                  <a:pt x="2600924" y="1730257"/>
                </a:cubicBezTo>
                <a:cubicBezTo>
                  <a:pt x="2630739" y="1741099"/>
                  <a:pt x="2663986" y="1737264"/>
                  <a:pt x="2695517" y="1740767"/>
                </a:cubicBezTo>
                <a:cubicBezTo>
                  <a:pt x="2692014" y="1712740"/>
                  <a:pt x="2700233" y="1680475"/>
                  <a:pt x="2685007" y="1656685"/>
                </a:cubicBezTo>
                <a:cubicBezTo>
                  <a:pt x="2642191" y="1589784"/>
                  <a:pt x="2596689" y="1516756"/>
                  <a:pt x="2527352" y="1478009"/>
                </a:cubicBezTo>
                <a:cubicBezTo>
                  <a:pt x="2468923" y="1445357"/>
                  <a:pt x="2394440" y="1461440"/>
                  <a:pt x="2327655" y="1456988"/>
                </a:cubicBezTo>
                <a:cubicBezTo>
                  <a:pt x="2236700" y="1450924"/>
                  <a:pt x="2145476" y="1449981"/>
                  <a:pt x="2054386" y="1446478"/>
                </a:cubicBezTo>
                <a:cubicBezTo>
                  <a:pt x="1989342" y="1424795"/>
                  <a:pt x="1961454" y="1403892"/>
                  <a:pt x="1991324" y="1583112"/>
                </a:cubicBezTo>
                <a:cubicBezTo>
                  <a:pt x="2019383" y="1751464"/>
                  <a:pt x="2078893" y="1805560"/>
                  <a:pt x="2170000" y="1919443"/>
                </a:cubicBezTo>
                <a:cubicBezTo>
                  <a:pt x="2173503" y="1929953"/>
                  <a:pt x="2184874" y="1940791"/>
                  <a:pt x="2180510" y="1950974"/>
                </a:cubicBezTo>
                <a:cubicBezTo>
                  <a:pt x="2149478" y="2023383"/>
                  <a:pt x="1968374" y="2040264"/>
                  <a:pt x="1949283" y="2045567"/>
                </a:cubicBezTo>
                <a:cubicBezTo>
                  <a:pt x="1893228" y="2028050"/>
                  <a:pt x="1835759" y="2014541"/>
                  <a:pt x="1781117" y="1993016"/>
                </a:cubicBezTo>
                <a:cubicBezTo>
                  <a:pt x="1662966" y="1946472"/>
                  <a:pt x="1567477" y="1880378"/>
                  <a:pt x="1444786" y="1845871"/>
                </a:cubicBezTo>
                <a:cubicBezTo>
                  <a:pt x="1386566" y="1829497"/>
                  <a:pt x="1325335" y="1826593"/>
                  <a:pt x="1266110" y="1814340"/>
                </a:cubicBezTo>
                <a:cubicBezTo>
                  <a:pt x="1223674" y="1805560"/>
                  <a:pt x="1182027" y="1793319"/>
                  <a:pt x="1139986" y="1782809"/>
                </a:cubicBezTo>
                <a:cubicBezTo>
                  <a:pt x="1122469" y="1849374"/>
                  <a:pt x="1104809" y="1915902"/>
                  <a:pt x="1087434" y="1982505"/>
                </a:cubicBezTo>
                <a:cubicBezTo>
                  <a:pt x="1083788" y="1996482"/>
                  <a:pt x="1076924" y="2024547"/>
                  <a:pt x="1076924" y="2024547"/>
                </a:cubicBezTo>
                <a:cubicBezTo>
                  <a:pt x="1062774" y="1699093"/>
                  <a:pt x="1047507" y="1712787"/>
                  <a:pt x="1139986" y="1309843"/>
                </a:cubicBezTo>
                <a:cubicBezTo>
                  <a:pt x="1153673" y="1250209"/>
                  <a:pt x="1165620" y="1179698"/>
                  <a:pt x="1213558" y="1141678"/>
                </a:cubicBezTo>
                <a:cubicBezTo>
                  <a:pt x="1276930" y="1091417"/>
                  <a:pt x="1367710" y="1092629"/>
                  <a:pt x="1444786" y="1068105"/>
                </a:cubicBezTo>
                <a:cubicBezTo>
                  <a:pt x="1511352" y="1103140"/>
                  <a:pt x="1595177" y="1116400"/>
                  <a:pt x="1644483" y="1173209"/>
                </a:cubicBezTo>
                <a:cubicBezTo>
                  <a:pt x="1884237" y="1449447"/>
                  <a:pt x="1904346" y="1556822"/>
                  <a:pt x="2001834" y="1835360"/>
                </a:cubicBezTo>
                <a:cubicBezTo>
                  <a:pt x="1973807" y="1922946"/>
                  <a:pt x="1973215" y="2024765"/>
                  <a:pt x="1917752" y="2098119"/>
                </a:cubicBezTo>
                <a:cubicBezTo>
                  <a:pt x="1858552" y="2176417"/>
                  <a:pt x="1752884" y="2205242"/>
                  <a:pt x="1676014" y="2266285"/>
                </a:cubicBezTo>
                <a:cubicBezTo>
                  <a:pt x="1633334" y="2300178"/>
                  <a:pt x="1597300" y="2341789"/>
                  <a:pt x="1560400" y="2381898"/>
                </a:cubicBezTo>
                <a:cubicBezTo>
                  <a:pt x="1516662" y="2429439"/>
                  <a:pt x="1474374" y="2478393"/>
                  <a:pt x="1434276" y="2529043"/>
                </a:cubicBezTo>
                <a:cubicBezTo>
                  <a:pt x="1407731" y="2562573"/>
                  <a:pt x="1391638" y="2604619"/>
                  <a:pt x="1360703" y="2634147"/>
                </a:cubicBezTo>
                <a:cubicBezTo>
                  <a:pt x="1313564" y="2679144"/>
                  <a:pt x="1203048" y="2749760"/>
                  <a:pt x="1203048" y="2749760"/>
                </a:cubicBezTo>
                <a:cubicBezTo>
                  <a:pt x="1168014" y="2746257"/>
                  <a:pt x="1130307" y="2753120"/>
                  <a:pt x="1097945" y="2739250"/>
                </a:cubicBezTo>
                <a:cubicBezTo>
                  <a:pt x="1050751" y="2719024"/>
                  <a:pt x="1051838" y="2662310"/>
                  <a:pt x="1045393" y="2623636"/>
                </a:cubicBezTo>
                <a:cubicBezTo>
                  <a:pt x="1073421" y="2564077"/>
                  <a:pt x="1084456" y="2492981"/>
                  <a:pt x="1129476" y="2444960"/>
                </a:cubicBezTo>
                <a:cubicBezTo>
                  <a:pt x="1262865" y="2302679"/>
                  <a:pt x="1341631" y="2293173"/>
                  <a:pt x="1497338" y="2245264"/>
                </a:cubicBezTo>
                <a:cubicBezTo>
                  <a:pt x="1539708" y="2249116"/>
                  <a:pt x="1640761" y="2251053"/>
                  <a:pt x="1686524" y="2276795"/>
                </a:cubicBezTo>
                <a:cubicBezTo>
                  <a:pt x="1721339" y="2296379"/>
                  <a:pt x="1754395" y="2320676"/>
                  <a:pt x="1781117" y="2350367"/>
                </a:cubicBezTo>
                <a:cubicBezTo>
                  <a:pt x="1818174" y="2391541"/>
                  <a:pt x="1841701" y="2443276"/>
                  <a:pt x="1875710" y="2487002"/>
                </a:cubicBezTo>
                <a:cubicBezTo>
                  <a:pt x="1908818" y="2529569"/>
                  <a:pt x="1922118" y="2535458"/>
                  <a:pt x="1959793" y="2560574"/>
                </a:cubicBezTo>
                <a:cubicBezTo>
                  <a:pt x="1973807" y="2553567"/>
                  <a:pt x="1991517" y="2551345"/>
                  <a:pt x="2001834" y="2539554"/>
                </a:cubicBezTo>
                <a:cubicBezTo>
                  <a:pt x="2143677" y="2377448"/>
                  <a:pt x="2183170" y="2313877"/>
                  <a:pt x="1949283" y="2108629"/>
                </a:cubicBezTo>
                <a:cubicBezTo>
                  <a:pt x="1856330" y="2027058"/>
                  <a:pt x="1561808" y="1929832"/>
                  <a:pt x="1413255" y="1877402"/>
                </a:cubicBezTo>
                <a:cubicBezTo>
                  <a:pt x="1385227" y="1887912"/>
                  <a:pt x="1333216" y="1879274"/>
                  <a:pt x="1329172" y="1908933"/>
                </a:cubicBezTo>
                <a:cubicBezTo>
                  <a:pt x="1303364" y="2098190"/>
                  <a:pt x="1513201" y="2272098"/>
                  <a:pt x="1644483" y="2339857"/>
                </a:cubicBezTo>
                <a:cubicBezTo>
                  <a:pt x="1809875" y="2425221"/>
                  <a:pt x="2135958" y="2459616"/>
                  <a:pt x="2327655" y="2487002"/>
                </a:cubicBezTo>
                <a:cubicBezTo>
                  <a:pt x="2355683" y="2483499"/>
                  <a:pt x="2394093" y="2498548"/>
                  <a:pt x="2411738" y="2476492"/>
                </a:cubicBezTo>
                <a:cubicBezTo>
                  <a:pt x="2456857" y="2420093"/>
                  <a:pt x="2495821" y="2276795"/>
                  <a:pt x="2495821" y="2276795"/>
                </a:cubicBezTo>
                <a:cubicBezTo>
                  <a:pt x="2485311" y="2234754"/>
                  <a:pt x="2476858" y="2192144"/>
                  <a:pt x="2464290" y="2150671"/>
                </a:cubicBezTo>
                <a:cubicBezTo>
                  <a:pt x="2441799" y="2076452"/>
                  <a:pt x="2414526" y="2003761"/>
                  <a:pt x="2390717" y="1929954"/>
                </a:cubicBezTo>
                <a:cubicBezTo>
                  <a:pt x="2379488" y="1895143"/>
                  <a:pt x="2369696" y="1859885"/>
                  <a:pt x="2359186" y="1824850"/>
                </a:cubicBezTo>
                <a:cubicBezTo>
                  <a:pt x="2362689" y="1810836"/>
                  <a:pt x="2356171" y="1787881"/>
                  <a:pt x="2369696" y="1782809"/>
                </a:cubicBezTo>
                <a:cubicBezTo>
                  <a:pt x="2611550" y="1692114"/>
                  <a:pt x="2570464" y="1708196"/>
                  <a:pt x="2748069" y="1803829"/>
                </a:cubicBezTo>
                <a:cubicBezTo>
                  <a:pt x="2758579" y="1866891"/>
                  <a:pt x="2775045" y="1929246"/>
                  <a:pt x="2779600" y="1993016"/>
                </a:cubicBezTo>
                <a:cubicBezTo>
                  <a:pt x="2782109" y="2028136"/>
                  <a:pt x="2774581" y="2063341"/>
                  <a:pt x="2769090" y="2098119"/>
                </a:cubicBezTo>
                <a:cubicBezTo>
                  <a:pt x="2754536" y="2190294"/>
                  <a:pt x="2746283" y="2201762"/>
                  <a:pt x="2706027" y="2287305"/>
                </a:cubicBezTo>
                <a:cubicBezTo>
                  <a:pt x="2692684" y="2315658"/>
                  <a:pt x="2685065" y="2348201"/>
                  <a:pt x="2663986" y="2371388"/>
                </a:cubicBezTo>
                <a:cubicBezTo>
                  <a:pt x="2648177" y="2388778"/>
                  <a:pt x="2621945" y="2392409"/>
                  <a:pt x="2600924" y="2402919"/>
                </a:cubicBezTo>
                <a:cubicBezTo>
                  <a:pt x="2589716" y="2417863"/>
                  <a:pt x="2467668" y="2551668"/>
                  <a:pt x="2663986" y="2497512"/>
                </a:cubicBezTo>
                <a:cubicBezTo>
                  <a:pt x="2744547" y="2475288"/>
                  <a:pt x="2804124" y="2406423"/>
                  <a:pt x="2874193" y="2360878"/>
                </a:cubicBezTo>
                <a:cubicBezTo>
                  <a:pt x="2860179" y="2315333"/>
                  <a:pt x="2859849" y="2263019"/>
                  <a:pt x="2832152" y="2224243"/>
                </a:cubicBezTo>
                <a:cubicBezTo>
                  <a:pt x="2752839" y="2113205"/>
                  <a:pt x="2649084" y="2021833"/>
                  <a:pt x="2558883" y="1919443"/>
                </a:cubicBezTo>
                <a:cubicBezTo>
                  <a:pt x="2519445" y="1874675"/>
                  <a:pt x="2466771" y="1837647"/>
                  <a:pt x="2443269" y="1782809"/>
                </a:cubicBezTo>
                <a:lnTo>
                  <a:pt x="2411738" y="1709236"/>
                </a:lnTo>
                <a:cubicBezTo>
                  <a:pt x="2408234" y="1677705"/>
                  <a:pt x="2395005" y="1645752"/>
                  <a:pt x="2401227" y="1614643"/>
                </a:cubicBezTo>
                <a:cubicBezTo>
                  <a:pt x="2406182" y="1589870"/>
                  <a:pt x="2426633" y="1570594"/>
                  <a:pt x="2443269" y="1551581"/>
                </a:cubicBezTo>
                <a:cubicBezTo>
                  <a:pt x="2537942" y="1443384"/>
                  <a:pt x="2516887" y="1462221"/>
                  <a:pt x="2611434" y="1414947"/>
                </a:cubicBezTo>
                <a:cubicBezTo>
                  <a:pt x="2653475" y="1330865"/>
                  <a:pt x="2685007" y="1292325"/>
                  <a:pt x="2685007" y="1194229"/>
                </a:cubicBezTo>
                <a:cubicBezTo>
                  <a:pt x="2685007" y="1060783"/>
                  <a:pt x="2642347" y="955170"/>
                  <a:pt x="2611434" y="826367"/>
                </a:cubicBezTo>
                <a:cubicBezTo>
                  <a:pt x="2606461" y="805645"/>
                  <a:pt x="2604427" y="784326"/>
                  <a:pt x="2600924" y="763305"/>
                </a:cubicBezTo>
                <a:cubicBezTo>
                  <a:pt x="2662428" y="554193"/>
                  <a:pt x="2646620" y="646331"/>
                  <a:pt x="2663986" y="490036"/>
                </a:cubicBezTo>
                <a:cubicBezTo>
                  <a:pt x="2646469" y="451498"/>
                  <a:pt x="2639835" y="405814"/>
                  <a:pt x="2611434" y="374423"/>
                </a:cubicBezTo>
                <a:cubicBezTo>
                  <a:pt x="2486547" y="236390"/>
                  <a:pt x="2382705" y="253002"/>
                  <a:pt x="2201531" y="216767"/>
                </a:cubicBezTo>
                <a:cubicBezTo>
                  <a:pt x="2131462" y="227277"/>
                  <a:pt x="2059084" y="227593"/>
                  <a:pt x="1991324" y="248298"/>
                </a:cubicBezTo>
                <a:cubicBezTo>
                  <a:pt x="1895002" y="277730"/>
                  <a:pt x="1745021" y="387256"/>
                  <a:pt x="1654993" y="426974"/>
                </a:cubicBezTo>
                <a:cubicBezTo>
                  <a:pt x="1594176" y="453805"/>
                  <a:pt x="1528869" y="469015"/>
                  <a:pt x="1465807" y="490036"/>
                </a:cubicBezTo>
                <a:cubicBezTo>
                  <a:pt x="1444786" y="486533"/>
                  <a:pt x="1422219" y="488181"/>
                  <a:pt x="1402745" y="479526"/>
                </a:cubicBezTo>
                <a:cubicBezTo>
                  <a:pt x="1389162" y="473489"/>
                  <a:pt x="1373058" y="462744"/>
                  <a:pt x="1371214" y="447995"/>
                </a:cubicBezTo>
                <a:cubicBezTo>
                  <a:pt x="1366436" y="409777"/>
                  <a:pt x="1436938" y="342707"/>
                  <a:pt x="1455296" y="332381"/>
                </a:cubicBezTo>
                <a:cubicBezTo>
                  <a:pt x="1487176" y="314449"/>
                  <a:pt x="1524915" y="309721"/>
                  <a:pt x="1560400" y="300850"/>
                </a:cubicBezTo>
                <a:cubicBezTo>
                  <a:pt x="1742555" y="255311"/>
                  <a:pt x="1707872" y="262981"/>
                  <a:pt x="1854690" y="248298"/>
                </a:cubicBezTo>
                <a:lnTo>
                  <a:pt x="2222552" y="258809"/>
                </a:lnTo>
                <a:cubicBezTo>
                  <a:pt x="2254244" y="260250"/>
                  <a:pt x="2286124" y="275966"/>
                  <a:pt x="2317145" y="269319"/>
                </a:cubicBezTo>
                <a:cubicBezTo>
                  <a:pt x="2339080" y="264619"/>
                  <a:pt x="2352179" y="241292"/>
                  <a:pt x="2369696" y="227278"/>
                </a:cubicBezTo>
                <a:cubicBezTo>
                  <a:pt x="2355682" y="185237"/>
                  <a:pt x="2365397" y="124380"/>
                  <a:pt x="2327655" y="101154"/>
                </a:cubicBezTo>
                <a:cubicBezTo>
                  <a:pt x="2223046" y="36779"/>
                  <a:pt x="1999462" y="63961"/>
                  <a:pt x="1886221" y="69623"/>
                </a:cubicBezTo>
                <a:cubicBezTo>
                  <a:pt x="1830166" y="66119"/>
                  <a:pt x="1774150" y="56307"/>
                  <a:pt x="1718055" y="59112"/>
                </a:cubicBezTo>
                <a:cubicBezTo>
                  <a:pt x="1702407" y="59894"/>
                  <a:pt x="1680969" y="65269"/>
                  <a:pt x="1676014" y="80133"/>
                </a:cubicBezTo>
                <a:cubicBezTo>
                  <a:pt x="1658150" y="133725"/>
                  <a:pt x="1662000" y="192243"/>
                  <a:pt x="1654993" y="248298"/>
                </a:cubicBezTo>
                <a:cubicBezTo>
                  <a:pt x="1676014" y="265815"/>
                  <a:pt x="1693117" y="289588"/>
                  <a:pt x="1718055" y="300850"/>
                </a:cubicBezTo>
                <a:cubicBezTo>
                  <a:pt x="1953754" y="407295"/>
                  <a:pt x="1947430" y="391734"/>
                  <a:pt x="2170000" y="416464"/>
                </a:cubicBezTo>
                <a:cubicBezTo>
                  <a:pt x="2174851" y="414752"/>
                  <a:pt x="2434707" y="316731"/>
                  <a:pt x="2474800" y="321871"/>
                </a:cubicBezTo>
                <a:cubicBezTo>
                  <a:pt x="2572657" y="334417"/>
                  <a:pt x="2663986" y="377926"/>
                  <a:pt x="2758579" y="405954"/>
                </a:cubicBezTo>
                <a:cubicBezTo>
                  <a:pt x="2811131" y="462009"/>
                  <a:pt x="2869061" y="513468"/>
                  <a:pt x="2916234" y="574119"/>
                </a:cubicBezTo>
                <a:cubicBezTo>
                  <a:pt x="3002691" y="685277"/>
                  <a:pt x="3051776" y="782322"/>
                  <a:pt x="3115931" y="899940"/>
                </a:cubicBezTo>
                <a:cubicBezTo>
                  <a:pt x="3091407" y="945485"/>
                  <a:pt x="3077154" y="998299"/>
                  <a:pt x="3042358" y="1036574"/>
                </a:cubicBezTo>
                <a:cubicBezTo>
                  <a:pt x="3005096" y="1077562"/>
                  <a:pt x="2950523" y="1098586"/>
                  <a:pt x="2905724" y="1131167"/>
                </a:cubicBezTo>
                <a:cubicBezTo>
                  <a:pt x="2873419" y="1154662"/>
                  <a:pt x="2842662" y="1180216"/>
                  <a:pt x="2811131" y="1204740"/>
                </a:cubicBezTo>
                <a:cubicBezTo>
                  <a:pt x="2783103" y="1250285"/>
                  <a:pt x="2747410" y="1291924"/>
                  <a:pt x="2727048" y="1341374"/>
                </a:cubicBezTo>
                <a:cubicBezTo>
                  <a:pt x="2655116" y="1516066"/>
                  <a:pt x="2646656" y="1615909"/>
                  <a:pt x="2674496" y="1803829"/>
                </a:cubicBezTo>
                <a:cubicBezTo>
                  <a:pt x="2676841" y="1819658"/>
                  <a:pt x="2725972" y="1865816"/>
                  <a:pt x="2737558" y="1877402"/>
                </a:cubicBezTo>
                <a:cubicBezTo>
                  <a:pt x="2744565" y="1894919"/>
                  <a:pt x="2750141" y="1913079"/>
                  <a:pt x="2758579" y="1929954"/>
                </a:cubicBezTo>
                <a:cubicBezTo>
                  <a:pt x="2764228" y="1941252"/>
                  <a:pt x="2773951" y="1950187"/>
                  <a:pt x="2779600" y="1961485"/>
                </a:cubicBezTo>
                <a:cubicBezTo>
                  <a:pt x="2799931" y="2002146"/>
                  <a:pt x="2809177" y="2043984"/>
                  <a:pt x="2821641" y="2087609"/>
                </a:cubicBezTo>
                <a:cubicBezTo>
                  <a:pt x="2800620" y="2192712"/>
                  <a:pt x="2816687" y="2312852"/>
                  <a:pt x="2758579" y="2402919"/>
                </a:cubicBezTo>
                <a:cubicBezTo>
                  <a:pt x="2731921" y="2444239"/>
                  <a:pt x="2659553" y="2423559"/>
                  <a:pt x="2611434" y="2413429"/>
                </a:cubicBezTo>
                <a:cubicBezTo>
                  <a:pt x="2454660" y="2380424"/>
                  <a:pt x="2410119" y="2349395"/>
                  <a:pt x="2306634" y="2287305"/>
                </a:cubicBezTo>
                <a:cubicBezTo>
                  <a:pt x="2255809" y="2172948"/>
                  <a:pt x="2234730" y="2178864"/>
                  <a:pt x="2306634" y="2035057"/>
                </a:cubicBezTo>
                <a:cubicBezTo>
                  <a:pt x="2388337" y="1871652"/>
                  <a:pt x="2491740" y="1603958"/>
                  <a:pt x="2695517" y="1520050"/>
                </a:cubicBezTo>
                <a:cubicBezTo>
                  <a:pt x="2761591" y="1492843"/>
                  <a:pt x="2835655" y="1492023"/>
                  <a:pt x="2905724" y="1478009"/>
                </a:cubicBezTo>
                <a:cubicBezTo>
                  <a:pt x="2944262" y="1502533"/>
                  <a:pt x="2989922" y="1518420"/>
                  <a:pt x="3021338" y="1551581"/>
                </a:cubicBezTo>
                <a:cubicBezTo>
                  <a:pt x="3070566" y="1603544"/>
                  <a:pt x="3120445" y="1738989"/>
                  <a:pt x="3147462" y="1803829"/>
                </a:cubicBezTo>
                <a:cubicBezTo>
                  <a:pt x="3143959" y="1838864"/>
                  <a:pt x="3150283" y="1876345"/>
                  <a:pt x="3136952" y="1908933"/>
                </a:cubicBezTo>
                <a:cubicBezTo>
                  <a:pt x="3117821" y="1955699"/>
                  <a:pt x="3088597" y="1999329"/>
                  <a:pt x="3052869" y="2035057"/>
                </a:cubicBezTo>
                <a:cubicBezTo>
                  <a:pt x="2960503" y="2127423"/>
                  <a:pt x="2945563" y="2169426"/>
                  <a:pt x="2821641" y="2203223"/>
                </a:cubicBezTo>
                <a:cubicBezTo>
                  <a:pt x="2784308" y="2213405"/>
                  <a:pt x="2744565" y="2210230"/>
                  <a:pt x="2706027" y="2213733"/>
                </a:cubicBezTo>
                <a:cubicBezTo>
                  <a:pt x="2681503" y="2227747"/>
                  <a:pt x="2647425" y="2231822"/>
                  <a:pt x="2632455" y="2255774"/>
                </a:cubicBezTo>
                <a:cubicBezTo>
                  <a:pt x="2622779" y="2271256"/>
                  <a:pt x="2580511" y="2403729"/>
                  <a:pt x="2611434" y="2444960"/>
                </a:cubicBezTo>
                <a:cubicBezTo>
                  <a:pt x="2622754" y="2460053"/>
                  <a:pt x="2646469" y="2458974"/>
                  <a:pt x="2663986" y="2465981"/>
                </a:cubicBezTo>
                <a:lnTo>
                  <a:pt x="2706027" y="2508023"/>
                </a:lnTo>
              </a:path>
            </a:pathLst>
          </a:cu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824EE99-901C-B798-7BEA-B4D2A9F173CB}"/>
              </a:ext>
            </a:extLst>
          </p:cNvPr>
          <p:cNvSpPr/>
          <p:nvPr/>
        </p:nvSpPr>
        <p:spPr>
          <a:xfrm rot="10800000">
            <a:off x="7601120" y="1422846"/>
            <a:ext cx="2946971" cy="2655167"/>
          </a:xfrm>
          <a:custGeom>
            <a:avLst/>
            <a:gdLst>
              <a:gd name="connsiteX0" fmla="*/ 330690 w 3147462"/>
              <a:gd name="connsiteY0" fmla="*/ 2623636 h 2749760"/>
              <a:gd name="connsiteX1" fmla="*/ 320179 w 3147462"/>
              <a:gd name="connsiteY1" fmla="*/ 2550064 h 2749760"/>
              <a:gd name="connsiteX2" fmla="*/ 288648 w 3147462"/>
              <a:gd name="connsiteY2" fmla="*/ 2108629 h 2749760"/>
              <a:gd name="connsiteX3" fmla="*/ 299158 w 3147462"/>
              <a:gd name="connsiteY3" fmla="*/ 2024547 h 2749760"/>
              <a:gd name="connsiteX4" fmla="*/ 593448 w 3147462"/>
              <a:gd name="connsiteY4" fmla="*/ 2024547 h 2749760"/>
              <a:gd name="connsiteX5" fmla="*/ 677531 w 3147462"/>
              <a:gd name="connsiteY5" fmla="*/ 2171692 h 2749760"/>
              <a:gd name="connsiteX6" fmla="*/ 582938 w 3147462"/>
              <a:gd name="connsiteY6" fmla="*/ 2581595 h 2749760"/>
              <a:gd name="connsiteX7" fmla="*/ 435793 w 3147462"/>
              <a:gd name="connsiteY7" fmla="*/ 2644657 h 2749760"/>
              <a:gd name="connsiteX8" fmla="*/ 267627 w 3147462"/>
              <a:gd name="connsiteY8" fmla="*/ 2613126 h 2749760"/>
              <a:gd name="connsiteX9" fmla="*/ 236096 w 3147462"/>
              <a:gd name="connsiteY9" fmla="*/ 2592105 h 2749760"/>
              <a:gd name="connsiteX10" fmla="*/ 162524 w 3147462"/>
              <a:gd name="connsiteY10" fmla="*/ 2392409 h 2749760"/>
              <a:gd name="connsiteX11" fmla="*/ 204565 w 3147462"/>
              <a:gd name="connsiteY11" fmla="*/ 2360878 h 2749760"/>
              <a:gd name="connsiteX12" fmla="*/ 603958 w 3147462"/>
              <a:gd name="connsiteY12" fmla="*/ 2487002 h 2749760"/>
              <a:gd name="connsiteX13" fmla="*/ 646000 w 3147462"/>
              <a:gd name="connsiteY13" fmla="*/ 2508023 h 2749760"/>
              <a:gd name="connsiteX14" fmla="*/ 677531 w 3147462"/>
              <a:gd name="connsiteY14" fmla="*/ 2392409 h 2749760"/>
              <a:gd name="connsiteX15" fmla="*/ 130993 w 3147462"/>
              <a:gd name="connsiteY15" fmla="*/ 2045567 h 2749760"/>
              <a:gd name="connsiteX16" fmla="*/ 519876 w 3147462"/>
              <a:gd name="connsiteY16" fmla="*/ 2434450 h 2749760"/>
              <a:gd name="connsiteX17" fmla="*/ 1076924 w 3147462"/>
              <a:gd name="connsiteY17" fmla="*/ 2592105 h 2749760"/>
              <a:gd name="connsiteX18" fmla="*/ 1118965 w 3147462"/>
              <a:gd name="connsiteY18" fmla="*/ 2581595 h 2749760"/>
              <a:gd name="connsiteX19" fmla="*/ 1118965 w 3147462"/>
              <a:gd name="connsiteY19" fmla="*/ 1845871 h 2749760"/>
              <a:gd name="connsiteX20" fmla="*/ 929779 w 3147462"/>
              <a:gd name="connsiteY20" fmla="*/ 1299333 h 2749760"/>
              <a:gd name="connsiteX21" fmla="*/ 667021 w 3147462"/>
              <a:gd name="connsiteY21" fmla="*/ 1215250 h 2749760"/>
              <a:gd name="connsiteX22" fmla="*/ 372731 w 3147462"/>
              <a:gd name="connsiteY22" fmla="*/ 2150671 h 2749760"/>
              <a:gd name="connsiteX23" fmla="*/ 709062 w 3147462"/>
              <a:gd name="connsiteY23" fmla="*/ 2045567 h 2749760"/>
              <a:gd name="connsiteX24" fmla="*/ 845696 w 3147462"/>
              <a:gd name="connsiteY24" fmla="*/ 1929954 h 2749760"/>
              <a:gd name="connsiteX25" fmla="*/ 877227 w 3147462"/>
              <a:gd name="connsiteY25" fmla="*/ 1856381 h 2749760"/>
              <a:gd name="connsiteX26" fmla="*/ 603958 w 3147462"/>
              <a:gd name="connsiteY26" fmla="*/ 1635664 h 2749760"/>
              <a:gd name="connsiteX27" fmla="*/ 78441 w 3147462"/>
              <a:gd name="connsiteY27" fmla="*/ 1351885 h 2749760"/>
              <a:gd name="connsiteX28" fmla="*/ 15379 w 3147462"/>
              <a:gd name="connsiteY28" fmla="*/ 1236271 h 2749760"/>
              <a:gd name="connsiteX29" fmla="*/ 4869 w 3147462"/>
              <a:gd name="connsiteY29" fmla="*/ 1173209 h 2749760"/>
              <a:gd name="connsiteX30" fmla="*/ 635490 w 3147462"/>
              <a:gd name="connsiteY30" fmla="*/ 878919 h 2749760"/>
              <a:gd name="connsiteX31" fmla="*/ 856207 w 3147462"/>
              <a:gd name="connsiteY31" fmla="*/ 920960 h 2749760"/>
              <a:gd name="connsiteX32" fmla="*/ 824676 w 3147462"/>
              <a:gd name="connsiteY32" fmla="*/ 794836 h 2749760"/>
              <a:gd name="connsiteX33" fmla="*/ 404262 w 3147462"/>
              <a:gd name="connsiteY33" fmla="*/ 553098 h 2749760"/>
              <a:gd name="connsiteX34" fmla="*/ 341200 w 3147462"/>
              <a:gd name="connsiteY34" fmla="*/ 563609 h 2749760"/>
              <a:gd name="connsiteX35" fmla="*/ 225586 w 3147462"/>
              <a:gd name="connsiteY35" fmla="*/ 931471 h 2749760"/>
              <a:gd name="connsiteX36" fmla="*/ 246607 w 3147462"/>
              <a:gd name="connsiteY36" fmla="*/ 1026064 h 2749760"/>
              <a:gd name="connsiteX37" fmla="*/ 908758 w 3147462"/>
              <a:gd name="connsiteY37" fmla="*/ 1215250 h 2749760"/>
              <a:gd name="connsiteX38" fmla="*/ 982331 w 3147462"/>
              <a:gd name="connsiteY38" fmla="*/ 1194229 h 2749760"/>
              <a:gd name="connsiteX39" fmla="*/ 898248 w 3147462"/>
              <a:gd name="connsiteY39" fmla="*/ 458505 h 2749760"/>
              <a:gd name="connsiteX40" fmla="*/ 593448 w 3147462"/>
              <a:gd name="connsiteY40" fmla="*/ 248298 h 2749760"/>
              <a:gd name="connsiteX41" fmla="*/ 845696 w 3147462"/>
              <a:gd name="connsiteY41" fmla="*/ 101154 h 2749760"/>
              <a:gd name="connsiteX42" fmla="*/ 1066414 w 3147462"/>
              <a:gd name="connsiteY42" fmla="*/ 269319 h 2749760"/>
              <a:gd name="connsiteX43" fmla="*/ 1139986 w 3147462"/>
              <a:gd name="connsiteY43" fmla="*/ 437485 h 2749760"/>
              <a:gd name="connsiteX44" fmla="*/ 1129476 w 3147462"/>
              <a:gd name="connsiteY44" fmla="*/ 574119 h 2749760"/>
              <a:gd name="connsiteX45" fmla="*/ 919269 w 3147462"/>
              <a:gd name="connsiteY45" fmla="*/ 342892 h 2749760"/>
              <a:gd name="connsiteX46" fmla="*/ 688041 w 3147462"/>
              <a:gd name="connsiteY46" fmla="*/ 279829 h 2749760"/>
              <a:gd name="connsiteX47" fmla="*/ 561917 w 3147462"/>
              <a:gd name="connsiteY47" fmla="*/ 269319 h 2749760"/>
              <a:gd name="connsiteX48" fmla="*/ 488345 w 3147462"/>
              <a:gd name="connsiteY48" fmla="*/ 258809 h 2749760"/>
              <a:gd name="connsiteX49" fmla="*/ 540896 w 3147462"/>
              <a:gd name="connsiteY49" fmla="*/ 206257 h 2749760"/>
              <a:gd name="connsiteX50" fmla="*/ 2516841 w 3147462"/>
              <a:gd name="connsiteY50" fmla="*/ 742285 h 2749760"/>
              <a:gd name="connsiteX51" fmla="*/ 2685007 w 3147462"/>
              <a:gd name="connsiteY51" fmla="*/ 857898 h 2749760"/>
              <a:gd name="connsiteX52" fmla="*/ 2127958 w 3147462"/>
              <a:gd name="connsiteY52" fmla="*/ 479526 h 2749760"/>
              <a:gd name="connsiteX53" fmla="*/ 1612952 w 3147462"/>
              <a:gd name="connsiteY53" fmla="*/ 332381 h 2749760"/>
              <a:gd name="connsiteX54" fmla="*/ 1245090 w 3147462"/>
              <a:gd name="connsiteY54" fmla="*/ 216767 h 2749760"/>
              <a:gd name="connsiteX55" fmla="*/ 1213558 w 3147462"/>
              <a:gd name="connsiteY55" fmla="*/ 195747 h 2749760"/>
              <a:gd name="connsiteX56" fmla="*/ 1213558 w 3147462"/>
              <a:gd name="connsiteY56" fmla="*/ 27581 h 2749760"/>
              <a:gd name="connsiteX57" fmla="*/ 1234579 w 3147462"/>
              <a:gd name="connsiteY57" fmla="*/ 69623 h 2749760"/>
              <a:gd name="connsiteX58" fmla="*/ 1444786 w 3147462"/>
              <a:gd name="connsiteY58" fmla="*/ 1215250 h 2749760"/>
              <a:gd name="connsiteX59" fmla="*/ 1402745 w 3147462"/>
              <a:gd name="connsiteY59" fmla="*/ 1341374 h 2749760"/>
              <a:gd name="connsiteX60" fmla="*/ 1129476 w 3147462"/>
              <a:gd name="connsiteY60" fmla="*/ 1425457 h 2749760"/>
              <a:gd name="connsiteX61" fmla="*/ 1045393 w 3147462"/>
              <a:gd name="connsiteY61" fmla="*/ 1456988 h 2749760"/>
              <a:gd name="connsiteX62" fmla="*/ 1034883 w 3147462"/>
              <a:gd name="connsiteY62" fmla="*/ 1562092 h 2749760"/>
              <a:gd name="connsiteX63" fmla="*/ 1570910 w 3147462"/>
              <a:gd name="connsiteY63" fmla="*/ 1614643 h 2749760"/>
              <a:gd name="connsiteX64" fmla="*/ 1728565 w 3147462"/>
              <a:gd name="connsiteY64" fmla="*/ 1309843 h 2749760"/>
              <a:gd name="connsiteX65" fmla="*/ 1528869 w 3147462"/>
              <a:gd name="connsiteY65" fmla="*/ 836878 h 2749760"/>
              <a:gd name="connsiteX66" fmla="*/ 1444786 w 3147462"/>
              <a:gd name="connsiteY66" fmla="*/ 784326 h 2749760"/>
              <a:gd name="connsiteX67" fmla="*/ 1581421 w 3147462"/>
              <a:gd name="connsiteY67" fmla="*/ 469016 h 2749760"/>
              <a:gd name="connsiteX68" fmla="*/ 1633972 w 3147462"/>
              <a:gd name="connsiteY68" fmla="*/ 426974 h 2749760"/>
              <a:gd name="connsiteX69" fmla="*/ 1686524 w 3147462"/>
              <a:gd name="connsiteY69" fmla="*/ 416464 h 2749760"/>
              <a:gd name="connsiteX70" fmla="*/ 1718055 w 3147462"/>
              <a:gd name="connsiteY70" fmla="*/ 426974 h 2749760"/>
              <a:gd name="connsiteX71" fmla="*/ 1718055 w 3147462"/>
              <a:gd name="connsiteY71" fmla="*/ 721264 h 2749760"/>
              <a:gd name="connsiteX72" fmla="*/ 1581421 w 3147462"/>
              <a:gd name="connsiteY72" fmla="*/ 826367 h 2749760"/>
              <a:gd name="connsiteX73" fmla="*/ 551407 w 3147462"/>
              <a:gd name="connsiteY73" fmla="*/ 69623 h 2749760"/>
              <a:gd name="connsiteX74" fmla="*/ 540896 w 3147462"/>
              <a:gd name="connsiteY74" fmla="*/ 27581 h 2749760"/>
              <a:gd name="connsiteX75" fmla="*/ 782634 w 3147462"/>
              <a:gd name="connsiteY75" fmla="*/ 6560 h 2749760"/>
              <a:gd name="connsiteX76" fmla="*/ 1013862 w 3147462"/>
              <a:gd name="connsiteY76" fmla="*/ 153705 h 2749760"/>
              <a:gd name="connsiteX77" fmla="*/ 1602441 w 3147462"/>
              <a:gd name="connsiteY77" fmla="*/ 794836 h 2749760"/>
              <a:gd name="connsiteX78" fmla="*/ 1697034 w 3147462"/>
              <a:gd name="connsiteY78" fmla="*/ 920960 h 2749760"/>
              <a:gd name="connsiteX79" fmla="*/ 1728565 w 3147462"/>
              <a:gd name="connsiteY79" fmla="*/ 973512 h 2749760"/>
              <a:gd name="connsiteX80" fmla="*/ 1875710 w 3147462"/>
              <a:gd name="connsiteY80" fmla="*/ 1068105 h 2749760"/>
              <a:gd name="connsiteX81" fmla="*/ 2117448 w 3147462"/>
              <a:gd name="connsiteY81" fmla="*/ 1026064 h 2749760"/>
              <a:gd name="connsiteX82" fmla="*/ 2348676 w 3147462"/>
              <a:gd name="connsiteY82" fmla="*/ 689733 h 2749760"/>
              <a:gd name="connsiteX83" fmla="*/ 2148979 w 3147462"/>
              <a:gd name="connsiteY83" fmla="*/ 290340 h 2749760"/>
              <a:gd name="connsiteX84" fmla="*/ 1917752 w 3147462"/>
              <a:gd name="connsiteY84" fmla="*/ 248298 h 2749760"/>
              <a:gd name="connsiteX85" fmla="*/ 1854690 w 3147462"/>
              <a:gd name="connsiteY85" fmla="*/ 258809 h 2749760"/>
              <a:gd name="connsiteX86" fmla="*/ 1802138 w 3147462"/>
              <a:gd name="connsiteY86" fmla="*/ 963002 h 2749760"/>
              <a:gd name="connsiteX87" fmla="*/ 1875710 w 3147462"/>
              <a:gd name="connsiteY87" fmla="*/ 1110147 h 2749760"/>
              <a:gd name="connsiteX88" fmla="*/ 1896731 w 3147462"/>
              <a:gd name="connsiteY88" fmla="*/ 1204740 h 2749760"/>
              <a:gd name="connsiteX89" fmla="*/ 1623462 w 3147462"/>
              <a:gd name="connsiteY89" fmla="*/ 1204740 h 2749760"/>
              <a:gd name="connsiteX90" fmla="*/ 1539379 w 3147462"/>
              <a:gd name="connsiteY90" fmla="*/ 1110147 h 2749760"/>
              <a:gd name="connsiteX91" fmla="*/ 1581421 w 3147462"/>
              <a:gd name="connsiteY91" fmla="*/ 1068105 h 2749760"/>
              <a:gd name="connsiteX92" fmla="*/ 2138469 w 3147462"/>
              <a:gd name="connsiteY92" fmla="*/ 1078616 h 2749760"/>
              <a:gd name="connsiteX93" fmla="*/ 2327655 w 3147462"/>
              <a:gd name="connsiteY93" fmla="*/ 1204740 h 2749760"/>
              <a:gd name="connsiteX94" fmla="*/ 2401227 w 3147462"/>
              <a:gd name="connsiteY94" fmla="*/ 889429 h 2749760"/>
              <a:gd name="connsiteX95" fmla="*/ 2117448 w 3147462"/>
              <a:gd name="connsiteY95" fmla="*/ 332381 h 2749760"/>
              <a:gd name="connsiteX96" fmla="*/ 2075407 w 3147462"/>
              <a:gd name="connsiteY96" fmla="*/ 311360 h 2749760"/>
              <a:gd name="connsiteX97" fmla="*/ 2443269 w 3147462"/>
              <a:gd name="connsiteY97" fmla="*/ 269319 h 2749760"/>
              <a:gd name="connsiteX98" fmla="*/ 2495821 w 3147462"/>
              <a:gd name="connsiteY98" fmla="*/ 258809 h 2749760"/>
              <a:gd name="connsiteX99" fmla="*/ 2653476 w 3147462"/>
              <a:gd name="connsiteY99" fmla="*/ 532078 h 2749760"/>
              <a:gd name="connsiteX100" fmla="*/ 2716538 w 3147462"/>
              <a:gd name="connsiteY100" fmla="*/ 931471 h 2749760"/>
              <a:gd name="connsiteX101" fmla="*/ 2727048 w 3147462"/>
              <a:gd name="connsiteY101" fmla="*/ 1078616 h 2749760"/>
              <a:gd name="connsiteX102" fmla="*/ 2716538 w 3147462"/>
              <a:gd name="connsiteY102" fmla="*/ 1120657 h 2749760"/>
              <a:gd name="connsiteX103" fmla="*/ 2233062 w 3147462"/>
              <a:gd name="connsiteY103" fmla="*/ 1341374 h 2749760"/>
              <a:gd name="connsiteX104" fmla="*/ 2064896 w 3147462"/>
              <a:gd name="connsiteY104" fmla="*/ 1635664 h 2749760"/>
              <a:gd name="connsiteX105" fmla="*/ 2212041 w 3147462"/>
              <a:gd name="connsiteY105" fmla="*/ 1982505 h 2749760"/>
              <a:gd name="connsiteX106" fmla="*/ 2222552 w 3147462"/>
              <a:gd name="connsiteY106" fmla="*/ 2014036 h 2749760"/>
              <a:gd name="connsiteX107" fmla="*/ 2033365 w 3147462"/>
              <a:gd name="connsiteY107" fmla="*/ 2003526 h 2749760"/>
              <a:gd name="connsiteX108" fmla="*/ 1770607 w 3147462"/>
              <a:gd name="connsiteY108" fmla="*/ 1866892 h 2749760"/>
              <a:gd name="connsiteX109" fmla="*/ 1581421 w 3147462"/>
              <a:gd name="connsiteY109" fmla="*/ 1719747 h 2749760"/>
              <a:gd name="connsiteX110" fmla="*/ 1497338 w 3147462"/>
              <a:gd name="connsiteY110" fmla="*/ 1667195 h 2749760"/>
              <a:gd name="connsiteX111" fmla="*/ 1749586 w 3147462"/>
              <a:gd name="connsiteY111" fmla="*/ 1520050 h 2749760"/>
              <a:gd name="connsiteX112" fmla="*/ 2369696 w 3147462"/>
              <a:gd name="connsiteY112" fmla="*/ 1572602 h 2749760"/>
              <a:gd name="connsiteX113" fmla="*/ 2548372 w 3147462"/>
              <a:gd name="connsiteY113" fmla="*/ 1656685 h 2749760"/>
              <a:gd name="connsiteX114" fmla="*/ 2579903 w 3147462"/>
              <a:gd name="connsiteY114" fmla="*/ 1698726 h 2749760"/>
              <a:gd name="connsiteX115" fmla="*/ 2600924 w 3147462"/>
              <a:gd name="connsiteY115" fmla="*/ 1730257 h 2749760"/>
              <a:gd name="connsiteX116" fmla="*/ 2695517 w 3147462"/>
              <a:gd name="connsiteY116" fmla="*/ 1740767 h 2749760"/>
              <a:gd name="connsiteX117" fmla="*/ 2685007 w 3147462"/>
              <a:gd name="connsiteY117" fmla="*/ 1656685 h 2749760"/>
              <a:gd name="connsiteX118" fmla="*/ 2527352 w 3147462"/>
              <a:gd name="connsiteY118" fmla="*/ 1478009 h 2749760"/>
              <a:gd name="connsiteX119" fmla="*/ 2327655 w 3147462"/>
              <a:gd name="connsiteY119" fmla="*/ 1456988 h 2749760"/>
              <a:gd name="connsiteX120" fmla="*/ 2054386 w 3147462"/>
              <a:gd name="connsiteY120" fmla="*/ 1446478 h 2749760"/>
              <a:gd name="connsiteX121" fmla="*/ 1991324 w 3147462"/>
              <a:gd name="connsiteY121" fmla="*/ 1583112 h 2749760"/>
              <a:gd name="connsiteX122" fmla="*/ 2170000 w 3147462"/>
              <a:gd name="connsiteY122" fmla="*/ 1919443 h 2749760"/>
              <a:gd name="connsiteX123" fmla="*/ 2180510 w 3147462"/>
              <a:gd name="connsiteY123" fmla="*/ 1950974 h 2749760"/>
              <a:gd name="connsiteX124" fmla="*/ 1949283 w 3147462"/>
              <a:gd name="connsiteY124" fmla="*/ 2045567 h 2749760"/>
              <a:gd name="connsiteX125" fmla="*/ 1781117 w 3147462"/>
              <a:gd name="connsiteY125" fmla="*/ 1993016 h 2749760"/>
              <a:gd name="connsiteX126" fmla="*/ 1444786 w 3147462"/>
              <a:gd name="connsiteY126" fmla="*/ 1845871 h 2749760"/>
              <a:gd name="connsiteX127" fmla="*/ 1266110 w 3147462"/>
              <a:gd name="connsiteY127" fmla="*/ 1814340 h 2749760"/>
              <a:gd name="connsiteX128" fmla="*/ 1139986 w 3147462"/>
              <a:gd name="connsiteY128" fmla="*/ 1782809 h 2749760"/>
              <a:gd name="connsiteX129" fmla="*/ 1087434 w 3147462"/>
              <a:gd name="connsiteY129" fmla="*/ 1982505 h 2749760"/>
              <a:gd name="connsiteX130" fmla="*/ 1076924 w 3147462"/>
              <a:gd name="connsiteY130" fmla="*/ 2024547 h 2749760"/>
              <a:gd name="connsiteX131" fmla="*/ 1139986 w 3147462"/>
              <a:gd name="connsiteY131" fmla="*/ 1309843 h 2749760"/>
              <a:gd name="connsiteX132" fmla="*/ 1213558 w 3147462"/>
              <a:gd name="connsiteY132" fmla="*/ 1141678 h 2749760"/>
              <a:gd name="connsiteX133" fmla="*/ 1444786 w 3147462"/>
              <a:gd name="connsiteY133" fmla="*/ 1068105 h 2749760"/>
              <a:gd name="connsiteX134" fmla="*/ 1644483 w 3147462"/>
              <a:gd name="connsiteY134" fmla="*/ 1173209 h 2749760"/>
              <a:gd name="connsiteX135" fmla="*/ 2001834 w 3147462"/>
              <a:gd name="connsiteY135" fmla="*/ 1835360 h 2749760"/>
              <a:gd name="connsiteX136" fmla="*/ 1917752 w 3147462"/>
              <a:gd name="connsiteY136" fmla="*/ 2098119 h 2749760"/>
              <a:gd name="connsiteX137" fmla="*/ 1676014 w 3147462"/>
              <a:gd name="connsiteY137" fmla="*/ 2266285 h 2749760"/>
              <a:gd name="connsiteX138" fmla="*/ 1560400 w 3147462"/>
              <a:gd name="connsiteY138" fmla="*/ 2381898 h 2749760"/>
              <a:gd name="connsiteX139" fmla="*/ 1434276 w 3147462"/>
              <a:gd name="connsiteY139" fmla="*/ 2529043 h 2749760"/>
              <a:gd name="connsiteX140" fmla="*/ 1360703 w 3147462"/>
              <a:gd name="connsiteY140" fmla="*/ 2634147 h 2749760"/>
              <a:gd name="connsiteX141" fmla="*/ 1203048 w 3147462"/>
              <a:gd name="connsiteY141" fmla="*/ 2749760 h 2749760"/>
              <a:gd name="connsiteX142" fmla="*/ 1097945 w 3147462"/>
              <a:gd name="connsiteY142" fmla="*/ 2739250 h 2749760"/>
              <a:gd name="connsiteX143" fmla="*/ 1045393 w 3147462"/>
              <a:gd name="connsiteY143" fmla="*/ 2623636 h 2749760"/>
              <a:gd name="connsiteX144" fmla="*/ 1129476 w 3147462"/>
              <a:gd name="connsiteY144" fmla="*/ 2444960 h 2749760"/>
              <a:gd name="connsiteX145" fmla="*/ 1497338 w 3147462"/>
              <a:gd name="connsiteY145" fmla="*/ 2245264 h 2749760"/>
              <a:gd name="connsiteX146" fmla="*/ 1686524 w 3147462"/>
              <a:gd name="connsiteY146" fmla="*/ 2276795 h 2749760"/>
              <a:gd name="connsiteX147" fmla="*/ 1781117 w 3147462"/>
              <a:gd name="connsiteY147" fmla="*/ 2350367 h 2749760"/>
              <a:gd name="connsiteX148" fmla="*/ 1875710 w 3147462"/>
              <a:gd name="connsiteY148" fmla="*/ 2487002 h 2749760"/>
              <a:gd name="connsiteX149" fmla="*/ 1959793 w 3147462"/>
              <a:gd name="connsiteY149" fmla="*/ 2560574 h 2749760"/>
              <a:gd name="connsiteX150" fmla="*/ 2001834 w 3147462"/>
              <a:gd name="connsiteY150" fmla="*/ 2539554 h 2749760"/>
              <a:gd name="connsiteX151" fmla="*/ 1949283 w 3147462"/>
              <a:gd name="connsiteY151" fmla="*/ 2108629 h 2749760"/>
              <a:gd name="connsiteX152" fmla="*/ 1413255 w 3147462"/>
              <a:gd name="connsiteY152" fmla="*/ 1877402 h 2749760"/>
              <a:gd name="connsiteX153" fmla="*/ 1329172 w 3147462"/>
              <a:gd name="connsiteY153" fmla="*/ 1908933 h 2749760"/>
              <a:gd name="connsiteX154" fmla="*/ 1644483 w 3147462"/>
              <a:gd name="connsiteY154" fmla="*/ 2339857 h 2749760"/>
              <a:gd name="connsiteX155" fmla="*/ 2327655 w 3147462"/>
              <a:gd name="connsiteY155" fmla="*/ 2487002 h 2749760"/>
              <a:gd name="connsiteX156" fmla="*/ 2411738 w 3147462"/>
              <a:gd name="connsiteY156" fmla="*/ 2476492 h 2749760"/>
              <a:gd name="connsiteX157" fmla="*/ 2495821 w 3147462"/>
              <a:gd name="connsiteY157" fmla="*/ 2276795 h 2749760"/>
              <a:gd name="connsiteX158" fmla="*/ 2464290 w 3147462"/>
              <a:gd name="connsiteY158" fmla="*/ 2150671 h 2749760"/>
              <a:gd name="connsiteX159" fmla="*/ 2390717 w 3147462"/>
              <a:gd name="connsiteY159" fmla="*/ 1929954 h 2749760"/>
              <a:gd name="connsiteX160" fmla="*/ 2359186 w 3147462"/>
              <a:gd name="connsiteY160" fmla="*/ 1824850 h 2749760"/>
              <a:gd name="connsiteX161" fmla="*/ 2369696 w 3147462"/>
              <a:gd name="connsiteY161" fmla="*/ 1782809 h 2749760"/>
              <a:gd name="connsiteX162" fmla="*/ 2748069 w 3147462"/>
              <a:gd name="connsiteY162" fmla="*/ 1803829 h 2749760"/>
              <a:gd name="connsiteX163" fmla="*/ 2779600 w 3147462"/>
              <a:gd name="connsiteY163" fmla="*/ 1993016 h 2749760"/>
              <a:gd name="connsiteX164" fmla="*/ 2769090 w 3147462"/>
              <a:gd name="connsiteY164" fmla="*/ 2098119 h 2749760"/>
              <a:gd name="connsiteX165" fmla="*/ 2706027 w 3147462"/>
              <a:gd name="connsiteY165" fmla="*/ 2287305 h 2749760"/>
              <a:gd name="connsiteX166" fmla="*/ 2663986 w 3147462"/>
              <a:gd name="connsiteY166" fmla="*/ 2371388 h 2749760"/>
              <a:gd name="connsiteX167" fmla="*/ 2600924 w 3147462"/>
              <a:gd name="connsiteY167" fmla="*/ 2402919 h 2749760"/>
              <a:gd name="connsiteX168" fmla="*/ 2663986 w 3147462"/>
              <a:gd name="connsiteY168" fmla="*/ 2497512 h 2749760"/>
              <a:gd name="connsiteX169" fmla="*/ 2874193 w 3147462"/>
              <a:gd name="connsiteY169" fmla="*/ 2360878 h 2749760"/>
              <a:gd name="connsiteX170" fmla="*/ 2832152 w 3147462"/>
              <a:gd name="connsiteY170" fmla="*/ 2224243 h 2749760"/>
              <a:gd name="connsiteX171" fmla="*/ 2558883 w 3147462"/>
              <a:gd name="connsiteY171" fmla="*/ 1919443 h 2749760"/>
              <a:gd name="connsiteX172" fmla="*/ 2443269 w 3147462"/>
              <a:gd name="connsiteY172" fmla="*/ 1782809 h 2749760"/>
              <a:gd name="connsiteX173" fmla="*/ 2411738 w 3147462"/>
              <a:gd name="connsiteY173" fmla="*/ 1709236 h 2749760"/>
              <a:gd name="connsiteX174" fmla="*/ 2401227 w 3147462"/>
              <a:gd name="connsiteY174" fmla="*/ 1614643 h 2749760"/>
              <a:gd name="connsiteX175" fmla="*/ 2443269 w 3147462"/>
              <a:gd name="connsiteY175" fmla="*/ 1551581 h 2749760"/>
              <a:gd name="connsiteX176" fmla="*/ 2611434 w 3147462"/>
              <a:gd name="connsiteY176" fmla="*/ 1414947 h 2749760"/>
              <a:gd name="connsiteX177" fmla="*/ 2685007 w 3147462"/>
              <a:gd name="connsiteY177" fmla="*/ 1194229 h 2749760"/>
              <a:gd name="connsiteX178" fmla="*/ 2611434 w 3147462"/>
              <a:gd name="connsiteY178" fmla="*/ 826367 h 2749760"/>
              <a:gd name="connsiteX179" fmla="*/ 2600924 w 3147462"/>
              <a:gd name="connsiteY179" fmla="*/ 763305 h 2749760"/>
              <a:gd name="connsiteX180" fmla="*/ 2663986 w 3147462"/>
              <a:gd name="connsiteY180" fmla="*/ 490036 h 2749760"/>
              <a:gd name="connsiteX181" fmla="*/ 2611434 w 3147462"/>
              <a:gd name="connsiteY181" fmla="*/ 374423 h 2749760"/>
              <a:gd name="connsiteX182" fmla="*/ 2201531 w 3147462"/>
              <a:gd name="connsiteY182" fmla="*/ 216767 h 2749760"/>
              <a:gd name="connsiteX183" fmla="*/ 1991324 w 3147462"/>
              <a:gd name="connsiteY183" fmla="*/ 248298 h 2749760"/>
              <a:gd name="connsiteX184" fmla="*/ 1654993 w 3147462"/>
              <a:gd name="connsiteY184" fmla="*/ 426974 h 2749760"/>
              <a:gd name="connsiteX185" fmla="*/ 1465807 w 3147462"/>
              <a:gd name="connsiteY185" fmla="*/ 490036 h 2749760"/>
              <a:gd name="connsiteX186" fmla="*/ 1402745 w 3147462"/>
              <a:gd name="connsiteY186" fmla="*/ 479526 h 2749760"/>
              <a:gd name="connsiteX187" fmla="*/ 1371214 w 3147462"/>
              <a:gd name="connsiteY187" fmla="*/ 447995 h 2749760"/>
              <a:gd name="connsiteX188" fmla="*/ 1455296 w 3147462"/>
              <a:gd name="connsiteY188" fmla="*/ 332381 h 2749760"/>
              <a:gd name="connsiteX189" fmla="*/ 1560400 w 3147462"/>
              <a:gd name="connsiteY189" fmla="*/ 300850 h 2749760"/>
              <a:gd name="connsiteX190" fmla="*/ 1854690 w 3147462"/>
              <a:gd name="connsiteY190" fmla="*/ 248298 h 2749760"/>
              <a:gd name="connsiteX191" fmla="*/ 2222552 w 3147462"/>
              <a:gd name="connsiteY191" fmla="*/ 258809 h 2749760"/>
              <a:gd name="connsiteX192" fmla="*/ 2317145 w 3147462"/>
              <a:gd name="connsiteY192" fmla="*/ 269319 h 2749760"/>
              <a:gd name="connsiteX193" fmla="*/ 2369696 w 3147462"/>
              <a:gd name="connsiteY193" fmla="*/ 227278 h 2749760"/>
              <a:gd name="connsiteX194" fmla="*/ 2327655 w 3147462"/>
              <a:gd name="connsiteY194" fmla="*/ 101154 h 2749760"/>
              <a:gd name="connsiteX195" fmla="*/ 1886221 w 3147462"/>
              <a:gd name="connsiteY195" fmla="*/ 69623 h 2749760"/>
              <a:gd name="connsiteX196" fmla="*/ 1718055 w 3147462"/>
              <a:gd name="connsiteY196" fmla="*/ 59112 h 2749760"/>
              <a:gd name="connsiteX197" fmla="*/ 1676014 w 3147462"/>
              <a:gd name="connsiteY197" fmla="*/ 80133 h 2749760"/>
              <a:gd name="connsiteX198" fmla="*/ 1654993 w 3147462"/>
              <a:gd name="connsiteY198" fmla="*/ 248298 h 2749760"/>
              <a:gd name="connsiteX199" fmla="*/ 1718055 w 3147462"/>
              <a:gd name="connsiteY199" fmla="*/ 300850 h 2749760"/>
              <a:gd name="connsiteX200" fmla="*/ 2170000 w 3147462"/>
              <a:gd name="connsiteY200" fmla="*/ 416464 h 2749760"/>
              <a:gd name="connsiteX201" fmla="*/ 2474800 w 3147462"/>
              <a:gd name="connsiteY201" fmla="*/ 321871 h 2749760"/>
              <a:gd name="connsiteX202" fmla="*/ 2758579 w 3147462"/>
              <a:gd name="connsiteY202" fmla="*/ 405954 h 2749760"/>
              <a:gd name="connsiteX203" fmla="*/ 2916234 w 3147462"/>
              <a:gd name="connsiteY203" fmla="*/ 574119 h 2749760"/>
              <a:gd name="connsiteX204" fmla="*/ 3115931 w 3147462"/>
              <a:gd name="connsiteY204" fmla="*/ 899940 h 2749760"/>
              <a:gd name="connsiteX205" fmla="*/ 3042358 w 3147462"/>
              <a:gd name="connsiteY205" fmla="*/ 1036574 h 2749760"/>
              <a:gd name="connsiteX206" fmla="*/ 2905724 w 3147462"/>
              <a:gd name="connsiteY206" fmla="*/ 1131167 h 2749760"/>
              <a:gd name="connsiteX207" fmla="*/ 2811131 w 3147462"/>
              <a:gd name="connsiteY207" fmla="*/ 1204740 h 2749760"/>
              <a:gd name="connsiteX208" fmla="*/ 2727048 w 3147462"/>
              <a:gd name="connsiteY208" fmla="*/ 1341374 h 2749760"/>
              <a:gd name="connsiteX209" fmla="*/ 2674496 w 3147462"/>
              <a:gd name="connsiteY209" fmla="*/ 1803829 h 2749760"/>
              <a:gd name="connsiteX210" fmla="*/ 2737558 w 3147462"/>
              <a:gd name="connsiteY210" fmla="*/ 1877402 h 2749760"/>
              <a:gd name="connsiteX211" fmla="*/ 2758579 w 3147462"/>
              <a:gd name="connsiteY211" fmla="*/ 1929954 h 2749760"/>
              <a:gd name="connsiteX212" fmla="*/ 2779600 w 3147462"/>
              <a:gd name="connsiteY212" fmla="*/ 1961485 h 2749760"/>
              <a:gd name="connsiteX213" fmla="*/ 2821641 w 3147462"/>
              <a:gd name="connsiteY213" fmla="*/ 2087609 h 2749760"/>
              <a:gd name="connsiteX214" fmla="*/ 2758579 w 3147462"/>
              <a:gd name="connsiteY214" fmla="*/ 2402919 h 2749760"/>
              <a:gd name="connsiteX215" fmla="*/ 2611434 w 3147462"/>
              <a:gd name="connsiteY215" fmla="*/ 2413429 h 2749760"/>
              <a:gd name="connsiteX216" fmla="*/ 2306634 w 3147462"/>
              <a:gd name="connsiteY216" fmla="*/ 2287305 h 2749760"/>
              <a:gd name="connsiteX217" fmla="*/ 2306634 w 3147462"/>
              <a:gd name="connsiteY217" fmla="*/ 2035057 h 2749760"/>
              <a:gd name="connsiteX218" fmla="*/ 2695517 w 3147462"/>
              <a:gd name="connsiteY218" fmla="*/ 1520050 h 2749760"/>
              <a:gd name="connsiteX219" fmla="*/ 2905724 w 3147462"/>
              <a:gd name="connsiteY219" fmla="*/ 1478009 h 2749760"/>
              <a:gd name="connsiteX220" fmla="*/ 3021338 w 3147462"/>
              <a:gd name="connsiteY220" fmla="*/ 1551581 h 2749760"/>
              <a:gd name="connsiteX221" fmla="*/ 3147462 w 3147462"/>
              <a:gd name="connsiteY221" fmla="*/ 1803829 h 2749760"/>
              <a:gd name="connsiteX222" fmla="*/ 3136952 w 3147462"/>
              <a:gd name="connsiteY222" fmla="*/ 1908933 h 2749760"/>
              <a:gd name="connsiteX223" fmla="*/ 3052869 w 3147462"/>
              <a:gd name="connsiteY223" fmla="*/ 2035057 h 2749760"/>
              <a:gd name="connsiteX224" fmla="*/ 2821641 w 3147462"/>
              <a:gd name="connsiteY224" fmla="*/ 2203223 h 2749760"/>
              <a:gd name="connsiteX225" fmla="*/ 2706027 w 3147462"/>
              <a:gd name="connsiteY225" fmla="*/ 2213733 h 2749760"/>
              <a:gd name="connsiteX226" fmla="*/ 2632455 w 3147462"/>
              <a:gd name="connsiteY226" fmla="*/ 2255774 h 2749760"/>
              <a:gd name="connsiteX227" fmla="*/ 2611434 w 3147462"/>
              <a:gd name="connsiteY227" fmla="*/ 2444960 h 2749760"/>
              <a:gd name="connsiteX228" fmla="*/ 2663986 w 3147462"/>
              <a:gd name="connsiteY228" fmla="*/ 2465981 h 2749760"/>
              <a:gd name="connsiteX229" fmla="*/ 2706027 w 3147462"/>
              <a:gd name="connsiteY229" fmla="*/ 2508023 h 2749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</a:cxnLst>
            <a:rect l="l" t="t" r="r" b="b"/>
            <a:pathLst>
              <a:path w="3147462" h="2749760">
                <a:moveTo>
                  <a:pt x="330690" y="2623636"/>
                </a:moveTo>
                <a:cubicBezTo>
                  <a:pt x="327186" y="2599112"/>
                  <a:pt x="322565" y="2574722"/>
                  <a:pt x="320179" y="2550064"/>
                </a:cubicBezTo>
                <a:cubicBezTo>
                  <a:pt x="299623" y="2337655"/>
                  <a:pt x="299564" y="2305122"/>
                  <a:pt x="288648" y="2108629"/>
                </a:cubicBezTo>
                <a:cubicBezTo>
                  <a:pt x="292151" y="2080602"/>
                  <a:pt x="282741" y="2047531"/>
                  <a:pt x="299158" y="2024547"/>
                </a:cubicBezTo>
                <a:cubicBezTo>
                  <a:pt x="386580" y="1902158"/>
                  <a:pt x="477815" y="1988031"/>
                  <a:pt x="593448" y="2024547"/>
                </a:cubicBezTo>
                <a:cubicBezTo>
                  <a:pt x="621476" y="2073595"/>
                  <a:pt x="670161" y="2115683"/>
                  <a:pt x="677531" y="2171692"/>
                </a:cubicBezTo>
                <a:cubicBezTo>
                  <a:pt x="684782" y="2226797"/>
                  <a:pt x="646877" y="2514459"/>
                  <a:pt x="582938" y="2581595"/>
                </a:cubicBezTo>
                <a:cubicBezTo>
                  <a:pt x="546136" y="2620237"/>
                  <a:pt x="484841" y="2623636"/>
                  <a:pt x="435793" y="2644657"/>
                </a:cubicBezTo>
                <a:cubicBezTo>
                  <a:pt x="379738" y="2634147"/>
                  <a:pt x="322781" y="2627640"/>
                  <a:pt x="267627" y="2613126"/>
                </a:cubicBezTo>
                <a:cubicBezTo>
                  <a:pt x="255411" y="2609911"/>
                  <a:pt x="241527" y="2603510"/>
                  <a:pt x="236096" y="2592105"/>
                </a:cubicBezTo>
                <a:cubicBezTo>
                  <a:pt x="205597" y="2528057"/>
                  <a:pt x="162524" y="2392409"/>
                  <a:pt x="162524" y="2392409"/>
                </a:cubicBezTo>
                <a:cubicBezTo>
                  <a:pt x="176538" y="2381899"/>
                  <a:pt x="187246" y="2358254"/>
                  <a:pt x="204565" y="2360878"/>
                </a:cubicBezTo>
                <a:cubicBezTo>
                  <a:pt x="374891" y="2386685"/>
                  <a:pt x="467969" y="2424237"/>
                  <a:pt x="603958" y="2487002"/>
                </a:cubicBezTo>
                <a:cubicBezTo>
                  <a:pt x="618184" y="2493568"/>
                  <a:pt x="631986" y="2501016"/>
                  <a:pt x="646000" y="2508023"/>
                </a:cubicBezTo>
                <a:cubicBezTo>
                  <a:pt x="656510" y="2469485"/>
                  <a:pt x="699689" y="2425646"/>
                  <a:pt x="677531" y="2392409"/>
                </a:cubicBezTo>
                <a:cubicBezTo>
                  <a:pt x="465144" y="2073828"/>
                  <a:pt x="422140" y="2108860"/>
                  <a:pt x="130993" y="2045567"/>
                </a:cubicBezTo>
                <a:cubicBezTo>
                  <a:pt x="-49916" y="2166175"/>
                  <a:pt x="8016" y="2112897"/>
                  <a:pt x="519876" y="2434450"/>
                </a:cubicBezTo>
                <a:cubicBezTo>
                  <a:pt x="761057" y="2585961"/>
                  <a:pt x="854782" y="2577296"/>
                  <a:pt x="1076924" y="2592105"/>
                </a:cubicBezTo>
                <a:cubicBezTo>
                  <a:pt x="1090938" y="2588602"/>
                  <a:pt x="1114072" y="2595186"/>
                  <a:pt x="1118965" y="2581595"/>
                </a:cubicBezTo>
                <a:cubicBezTo>
                  <a:pt x="1217898" y="2306781"/>
                  <a:pt x="1155661" y="2157787"/>
                  <a:pt x="1118965" y="1845871"/>
                </a:cubicBezTo>
                <a:cubicBezTo>
                  <a:pt x="1091748" y="1614529"/>
                  <a:pt x="1148145" y="1420009"/>
                  <a:pt x="929779" y="1299333"/>
                </a:cubicBezTo>
                <a:cubicBezTo>
                  <a:pt x="849291" y="1254853"/>
                  <a:pt x="754607" y="1243278"/>
                  <a:pt x="667021" y="1215250"/>
                </a:cubicBezTo>
                <a:cubicBezTo>
                  <a:pt x="529592" y="1413758"/>
                  <a:pt x="127120" y="1833755"/>
                  <a:pt x="372731" y="2150671"/>
                </a:cubicBezTo>
                <a:cubicBezTo>
                  <a:pt x="444682" y="2243511"/>
                  <a:pt x="596952" y="2080602"/>
                  <a:pt x="709062" y="2045567"/>
                </a:cubicBezTo>
                <a:cubicBezTo>
                  <a:pt x="754607" y="2007029"/>
                  <a:pt x="806059" y="1974545"/>
                  <a:pt x="845696" y="1929954"/>
                </a:cubicBezTo>
                <a:cubicBezTo>
                  <a:pt x="863422" y="1910012"/>
                  <a:pt x="894163" y="1876999"/>
                  <a:pt x="877227" y="1856381"/>
                </a:cubicBezTo>
                <a:cubicBezTo>
                  <a:pt x="802905" y="1765902"/>
                  <a:pt x="702957" y="1698190"/>
                  <a:pt x="603958" y="1635664"/>
                </a:cubicBezTo>
                <a:cubicBezTo>
                  <a:pt x="435637" y="1529356"/>
                  <a:pt x="78441" y="1351885"/>
                  <a:pt x="78441" y="1351885"/>
                </a:cubicBezTo>
                <a:cubicBezTo>
                  <a:pt x="57420" y="1313347"/>
                  <a:pt x="32093" y="1276863"/>
                  <a:pt x="15379" y="1236271"/>
                </a:cubicBezTo>
                <a:cubicBezTo>
                  <a:pt x="7265" y="1216566"/>
                  <a:pt x="-7772" y="1190365"/>
                  <a:pt x="4869" y="1173209"/>
                </a:cubicBezTo>
                <a:cubicBezTo>
                  <a:pt x="152417" y="972965"/>
                  <a:pt x="420808" y="950479"/>
                  <a:pt x="635490" y="878919"/>
                </a:cubicBezTo>
                <a:cubicBezTo>
                  <a:pt x="709062" y="892933"/>
                  <a:pt x="787767" y="951378"/>
                  <a:pt x="856207" y="920960"/>
                </a:cubicBezTo>
                <a:cubicBezTo>
                  <a:pt x="895807" y="903360"/>
                  <a:pt x="851495" y="828875"/>
                  <a:pt x="824676" y="794836"/>
                </a:cubicBezTo>
                <a:cubicBezTo>
                  <a:pt x="627120" y="544092"/>
                  <a:pt x="642683" y="581148"/>
                  <a:pt x="404262" y="553098"/>
                </a:cubicBezTo>
                <a:cubicBezTo>
                  <a:pt x="383241" y="556602"/>
                  <a:pt x="358932" y="551788"/>
                  <a:pt x="341200" y="563609"/>
                </a:cubicBezTo>
                <a:cubicBezTo>
                  <a:pt x="226251" y="640242"/>
                  <a:pt x="243821" y="829355"/>
                  <a:pt x="225586" y="931471"/>
                </a:cubicBezTo>
                <a:cubicBezTo>
                  <a:pt x="232593" y="963002"/>
                  <a:pt x="219175" y="1009012"/>
                  <a:pt x="246607" y="1026064"/>
                </a:cubicBezTo>
                <a:cubicBezTo>
                  <a:pt x="493601" y="1179601"/>
                  <a:pt x="643453" y="1177349"/>
                  <a:pt x="908758" y="1215250"/>
                </a:cubicBezTo>
                <a:cubicBezTo>
                  <a:pt x="933282" y="1208243"/>
                  <a:pt x="973876" y="1218293"/>
                  <a:pt x="982331" y="1194229"/>
                </a:cubicBezTo>
                <a:cubicBezTo>
                  <a:pt x="1075624" y="928704"/>
                  <a:pt x="1083194" y="695064"/>
                  <a:pt x="898248" y="458505"/>
                </a:cubicBezTo>
                <a:cubicBezTo>
                  <a:pt x="822232" y="361275"/>
                  <a:pt x="593448" y="248298"/>
                  <a:pt x="593448" y="248298"/>
                </a:cubicBezTo>
                <a:cubicBezTo>
                  <a:pt x="531387" y="155208"/>
                  <a:pt x="452552" y="59330"/>
                  <a:pt x="845696" y="101154"/>
                </a:cubicBezTo>
                <a:cubicBezTo>
                  <a:pt x="937671" y="110939"/>
                  <a:pt x="992841" y="213264"/>
                  <a:pt x="1066414" y="269319"/>
                </a:cubicBezTo>
                <a:cubicBezTo>
                  <a:pt x="1090938" y="325374"/>
                  <a:pt x="1137635" y="376345"/>
                  <a:pt x="1139986" y="437485"/>
                </a:cubicBezTo>
                <a:cubicBezTo>
                  <a:pt x="1142900" y="513248"/>
                  <a:pt x="1022762" y="1187713"/>
                  <a:pt x="1129476" y="574119"/>
                </a:cubicBezTo>
                <a:cubicBezTo>
                  <a:pt x="1059407" y="497043"/>
                  <a:pt x="1005939" y="400672"/>
                  <a:pt x="919269" y="342892"/>
                </a:cubicBezTo>
                <a:cubicBezTo>
                  <a:pt x="852796" y="298576"/>
                  <a:pt x="766291" y="295939"/>
                  <a:pt x="688041" y="279829"/>
                </a:cubicBezTo>
                <a:cubicBezTo>
                  <a:pt x="646721" y="271322"/>
                  <a:pt x="603872" y="273735"/>
                  <a:pt x="561917" y="269319"/>
                </a:cubicBezTo>
                <a:cubicBezTo>
                  <a:pt x="537280" y="266726"/>
                  <a:pt x="512869" y="262312"/>
                  <a:pt x="488345" y="258809"/>
                </a:cubicBezTo>
                <a:cubicBezTo>
                  <a:pt x="468528" y="229084"/>
                  <a:pt x="424181" y="184253"/>
                  <a:pt x="540896" y="206257"/>
                </a:cubicBezTo>
                <a:cubicBezTo>
                  <a:pt x="1367484" y="362089"/>
                  <a:pt x="1787464" y="439062"/>
                  <a:pt x="2516841" y="742285"/>
                </a:cubicBezTo>
                <a:cubicBezTo>
                  <a:pt x="2579654" y="768398"/>
                  <a:pt x="2741371" y="895982"/>
                  <a:pt x="2685007" y="857898"/>
                </a:cubicBezTo>
                <a:cubicBezTo>
                  <a:pt x="2499016" y="732228"/>
                  <a:pt x="2343788" y="541192"/>
                  <a:pt x="2127958" y="479526"/>
                </a:cubicBezTo>
                <a:lnTo>
                  <a:pt x="1612952" y="332381"/>
                </a:lnTo>
                <a:cubicBezTo>
                  <a:pt x="1115214" y="180294"/>
                  <a:pt x="1563225" y="296301"/>
                  <a:pt x="1245090" y="216767"/>
                </a:cubicBezTo>
                <a:cubicBezTo>
                  <a:pt x="1234579" y="209760"/>
                  <a:pt x="1217875" y="207618"/>
                  <a:pt x="1213558" y="195747"/>
                </a:cubicBezTo>
                <a:cubicBezTo>
                  <a:pt x="1191821" y="135972"/>
                  <a:pt x="1205192" y="86145"/>
                  <a:pt x="1213558" y="27581"/>
                </a:cubicBezTo>
                <a:cubicBezTo>
                  <a:pt x="1220565" y="41595"/>
                  <a:pt x="1230570" y="54477"/>
                  <a:pt x="1234579" y="69623"/>
                </a:cubicBezTo>
                <a:cubicBezTo>
                  <a:pt x="1434990" y="826729"/>
                  <a:pt x="1386488" y="559397"/>
                  <a:pt x="1444786" y="1215250"/>
                </a:cubicBezTo>
                <a:cubicBezTo>
                  <a:pt x="1430772" y="1257291"/>
                  <a:pt x="1439618" y="1316792"/>
                  <a:pt x="1402745" y="1341374"/>
                </a:cubicBezTo>
                <a:cubicBezTo>
                  <a:pt x="1323447" y="1394239"/>
                  <a:pt x="1220153" y="1396120"/>
                  <a:pt x="1129476" y="1425457"/>
                </a:cubicBezTo>
                <a:cubicBezTo>
                  <a:pt x="1100996" y="1434671"/>
                  <a:pt x="1073421" y="1446478"/>
                  <a:pt x="1045393" y="1456988"/>
                </a:cubicBezTo>
                <a:cubicBezTo>
                  <a:pt x="1041890" y="1492023"/>
                  <a:pt x="1010545" y="1536648"/>
                  <a:pt x="1034883" y="1562092"/>
                </a:cubicBezTo>
                <a:cubicBezTo>
                  <a:pt x="1246185" y="1782999"/>
                  <a:pt x="1319065" y="1686599"/>
                  <a:pt x="1570910" y="1614643"/>
                </a:cubicBezTo>
                <a:cubicBezTo>
                  <a:pt x="1623462" y="1513043"/>
                  <a:pt x="1711869" y="1423004"/>
                  <a:pt x="1728565" y="1309843"/>
                </a:cubicBezTo>
                <a:cubicBezTo>
                  <a:pt x="1765296" y="1060888"/>
                  <a:pt x="1683104" y="969080"/>
                  <a:pt x="1528869" y="836878"/>
                </a:cubicBezTo>
                <a:cubicBezTo>
                  <a:pt x="1503774" y="815368"/>
                  <a:pt x="1472814" y="801843"/>
                  <a:pt x="1444786" y="784326"/>
                </a:cubicBezTo>
                <a:cubicBezTo>
                  <a:pt x="1468257" y="643495"/>
                  <a:pt x="1456764" y="674334"/>
                  <a:pt x="1581421" y="469016"/>
                </a:cubicBezTo>
                <a:cubicBezTo>
                  <a:pt x="1593063" y="449841"/>
                  <a:pt x="1613907" y="437006"/>
                  <a:pt x="1633972" y="426974"/>
                </a:cubicBezTo>
                <a:cubicBezTo>
                  <a:pt x="1649950" y="418985"/>
                  <a:pt x="1669007" y="419967"/>
                  <a:pt x="1686524" y="416464"/>
                </a:cubicBezTo>
                <a:cubicBezTo>
                  <a:pt x="1697034" y="419967"/>
                  <a:pt x="1713100" y="417065"/>
                  <a:pt x="1718055" y="426974"/>
                </a:cubicBezTo>
                <a:cubicBezTo>
                  <a:pt x="1759522" y="509908"/>
                  <a:pt x="1765577" y="641070"/>
                  <a:pt x="1718055" y="721264"/>
                </a:cubicBezTo>
                <a:cubicBezTo>
                  <a:pt x="1688761" y="770697"/>
                  <a:pt x="1626966" y="791333"/>
                  <a:pt x="1581421" y="826367"/>
                </a:cubicBezTo>
                <a:cubicBezTo>
                  <a:pt x="765978" y="342791"/>
                  <a:pt x="812298" y="571335"/>
                  <a:pt x="551407" y="69623"/>
                </a:cubicBezTo>
                <a:cubicBezTo>
                  <a:pt x="544743" y="56807"/>
                  <a:pt x="544400" y="41595"/>
                  <a:pt x="540896" y="27581"/>
                </a:cubicBezTo>
                <a:cubicBezTo>
                  <a:pt x="621475" y="20574"/>
                  <a:pt x="704482" y="-14281"/>
                  <a:pt x="782634" y="6560"/>
                </a:cubicBezTo>
                <a:cubicBezTo>
                  <a:pt x="870908" y="30100"/>
                  <a:pt x="944689" y="94026"/>
                  <a:pt x="1013862" y="153705"/>
                </a:cubicBezTo>
                <a:cubicBezTo>
                  <a:pt x="1162312" y="281779"/>
                  <a:pt x="1475318" y="645280"/>
                  <a:pt x="1602441" y="794836"/>
                </a:cubicBezTo>
                <a:cubicBezTo>
                  <a:pt x="1630565" y="827923"/>
                  <a:pt x="1670681" y="878795"/>
                  <a:pt x="1697034" y="920960"/>
                </a:cubicBezTo>
                <a:cubicBezTo>
                  <a:pt x="1707861" y="938283"/>
                  <a:pt x="1712796" y="960525"/>
                  <a:pt x="1728565" y="973512"/>
                </a:cubicBezTo>
                <a:cubicBezTo>
                  <a:pt x="1773575" y="1010579"/>
                  <a:pt x="1826662" y="1036574"/>
                  <a:pt x="1875710" y="1068105"/>
                </a:cubicBezTo>
                <a:cubicBezTo>
                  <a:pt x="1956289" y="1054091"/>
                  <a:pt x="2053582" y="1077157"/>
                  <a:pt x="2117448" y="1026064"/>
                </a:cubicBezTo>
                <a:cubicBezTo>
                  <a:pt x="2223685" y="941075"/>
                  <a:pt x="2312496" y="820884"/>
                  <a:pt x="2348676" y="689733"/>
                </a:cubicBezTo>
                <a:cubicBezTo>
                  <a:pt x="2393035" y="528933"/>
                  <a:pt x="2273842" y="365258"/>
                  <a:pt x="2148979" y="290340"/>
                </a:cubicBezTo>
                <a:cubicBezTo>
                  <a:pt x="2100896" y="261490"/>
                  <a:pt x="1974816" y="254005"/>
                  <a:pt x="1917752" y="248298"/>
                </a:cubicBezTo>
                <a:lnTo>
                  <a:pt x="1854690" y="258809"/>
                </a:lnTo>
                <a:cubicBezTo>
                  <a:pt x="1730958" y="560405"/>
                  <a:pt x="1720496" y="670453"/>
                  <a:pt x="1802138" y="963002"/>
                </a:cubicBezTo>
                <a:cubicBezTo>
                  <a:pt x="1816878" y="1015821"/>
                  <a:pt x="1875710" y="1110147"/>
                  <a:pt x="1875710" y="1110147"/>
                </a:cubicBezTo>
                <a:cubicBezTo>
                  <a:pt x="1882717" y="1141678"/>
                  <a:pt x="1899032" y="1172522"/>
                  <a:pt x="1896731" y="1204740"/>
                </a:cubicBezTo>
                <a:cubicBezTo>
                  <a:pt x="1886931" y="1341949"/>
                  <a:pt x="1626189" y="1205333"/>
                  <a:pt x="1623462" y="1204740"/>
                </a:cubicBezTo>
                <a:cubicBezTo>
                  <a:pt x="1595434" y="1173209"/>
                  <a:pt x="1551785" y="1150469"/>
                  <a:pt x="1539379" y="1110147"/>
                </a:cubicBezTo>
                <a:cubicBezTo>
                  <a:pt x="1533551" y="1091205"/>
                  <a:pt x="1561630" y="1069147"/>
                  <a:pt x="1581421" y="1068105"/>
                </a:cubicBezTo>
                <a:cubicBezTo>
                  <a:pt x="1766880" y="1058344"/>
                  <a:pt x="1952786" y="1075112"/>
                  <a:pt x="2138469" y="1078616"/>
                </a:cubicBezTo>
                <a:cubicBezTo>
                  <a:pt x="2201531" y="1120657"/>
                  <a:pt x="2265438" y="1161458"/>
                  <a:pt x="2327655" y="1204740"/>
                </a:cubicBezTo>
                <a:cubicBezTo>
                  <a:pt x="2474243" y="1306714"/>
                  <a:pt x="2374319" y="1346873"/>
                  <a:pt x="2401227" y="889429"/>
                </a:cubicBezTo>
                <a:cubicBezTo>
                  <a:pt x="2256735" y="501107"/>
                  <a:pt x="2338443" y="509178"/>
                  <a:pt x="2117448" y="332381"/>
                </a:cubicBezTo>
                <a:cubicBezTo>
                  <a:pt x="2105214" y="322593"/>
                  <a:pt x="2089421" y="318367"/>
                  <a:pt x="2075407" y="311360"/>
                </a:cubicBezTo>
                <a:cubicBezTo>
                  <a:pt x="2240923" y="278257"/>
                  <a:pt x="2054671" y="313730"/>
                  <a:pt x="2443269" y="269319"/>
                </a:cubicBezTo>
                <a:cubicBezTo>
                  <a:pt x="2461018" y="267291"/>
                  <a:pt x="2478304" y="262312"/>
                  <a:pt x="2495821" y="258809"/>
                </a:cubicBezTo>
                <a:cubicBezTo>
                  <a:pt x="2522982" y="95835"/>
                  <a:pt x="2517689" y="56823"/>
                  <a:pt x="2653476" y="532078"/>
                </a:cubicBezTo>
                <a:cubicBezTo>
                  <a:pt x="2690503" y="661672"/>
                  <a:pt x="2695517" y="798340"/>
                  <a:pt x="2716538" y="931471"/>
                </a:cubicBezTo>
                <a:cubicBezTo>
                  <a:pt x="2720041" y="980519"/>
                  <a:pt x="2727048" y="1029443"/>
                  <a:pt x="2727048" y="1078616"/>
                </a:cubicBezTo>
                <a:cubicBezTo>
                  <a:pt x="2727048" y="1093061"/>
                  <a:pt x="2728396" y="1112408"/>
                  <a:pt x="2716538" y="1120657"/>
                </a:cubicBezTo>
                <a:cubicBezTo>
                  <a:pt x="2551713" y="1235318"/>
                  <a:pt x="2418963" y="1271661"/>
                  <a:pt x="2233062" y="1341374"/>
                </a:cubicBezTo>
                <a:cubicBezTo>
                  <a:pt x="2142136" y="1424723"/>
                  <a:pt x="2033852" y="1480442"/>
                  <a:pt x="2064896" y="1635664"/>
                </a:cubicBezTo>
                <a:cubicBezTo>
                  <a:pt x="2089526" y="1758813"/>
                  <a:pt x="2172324" y="1863363"/>
                  <a:pt x="2212041" y="1982505"/>
                </a:cubicBezTo>
                <a:cubicBezTo>
                  <a:pt x="2215545" y="1993015"/>
                  <a:pt x="2233555" y="2012742"/>
                  <a:pt x="2222552" y="2014036"/>
                </a:cubicBezTo>
                <a:cubicBezTo>
                  <a:pt x="2159825" y="2021416"/>
                  <a:pt x="2096427" y="2007029"/>
                  <a:pt x="2033365" y="2003526"/>
                </a:cubicBezTo>
                <a:cubicBezTo>
                  <a:pt x="1945779" y="1957981"/>
                  <a:pt x="1854212" y="1919388"/>
                  <a:pt x="1770607" y="1866892"/>
                </a:cubicBezTo>
                <a:cubicBezTo>
                  <a:pt x="1702948" y="1824409"/>
                  <a:pt x="1645924" y="1766884"/>
                  <a:pt x="1581421" y="1719747"/>
                </a:cubicBezTo>
                <a:cubicBezTo>
                  <a:pt x="1554735" y="1700246"/>
                  <a:pt x="1525366" y="1684712"/>
                  <a:pt x="1497338" y="1667195"/>
                </a:cubicBezTo>
                <a:cubicBezTo>
                  <a:pt x="1467493" y="1547825"/>
                  <a:pt x="1450251" y="1537868"/>
                  <a:pt x="1749586" y="1520050"/>
                </a:cubicBezTo>
                <a:cubicBezTo>
                  <a:pt x="1956664" y="1507724"/>
                  <a:pt x="2162993" y="1555085"/>
                  <a:pt x="2369696" y="1572602"/>
                </a:cubicBezTo>
                <a:cubicBezTo>
                  <a:pt x="2429255" y="1600630"/>
                  <a:pt x="2491928" y="1622819"/>
                  <a:pt x="2548372" y="1656685"/>
                </a:cubicBezTo>
                <a:cubicBezTo>
                  <a:pt x="2563393" y="1665697"/>
                  <a:pt x="2569721" y="1684472"/>
                  <a:pt x="2579903" y="1698726"/>
                </a:cubicBezTo>
                <a:cubicBezTo>
                  <a:pt x="2587245" y="1709005"/>
                  <a:pt x="2589053" y="1725940"/>
                  <a:pt x="2600924" y="1730257"/>
                </a:cubicBezTo>
                <a:cubicBezTo>
                  <a:pt x="2630739" y="1741099"/>
                  <a:pt x="2663986" y="1737264"/>
                  <a:pt x="2695517" y="1740767"/>
                </a:cubicBezTo>
                <a:cubicBezTo>
                  <a:pt x="2692014" y="1712740"/>
                  <a:pt x="2700233" y="1680475"/>
                  <a:pt x="2685007" y="1656685"/>
                </a:cubicBezTo>
                <a:cubicBezTo>
                  <a:pt x="2642191" y="1589784"/>
                  <a:pt x="2596689" y="1516756"/>
                  <a:pt x="2527352" y="1478009"/>
                </a:cubicBezTo>
                <a:cubicBezTo>
                  <a:pt x="2468923" y="1445357"/>
                  <a:pt x="2394440" y="1461440"/>
                  <a:pt x="2327655" y="1456988"/>
                </a:cubicBezTo>
                <a:cubicBezTo>
                  <a:pt x="2236700" y="1450924"/>
                  <a:pt x="2145476" y="1449981"/>
                  <a:pt x="2054386" y="1446478"/>
                </a:cubicBezTo>
                <a:cubicBezTo>
                  <a:pt x="1989342" y="1424795"/>
                  <a:pt x="1961454" y="1403892"/>
                  <a:pt x="1991324" y="1583112"/>
                </a:cubicBezTo>
                <a:cubicBezTo>
                  <a:pt x="2019383" y="1751464"/>
                  <a:pt x="2078893" y="1805560"/>
                  <a:pt x="2170000" y="1919443"/>
                </a:cubicBezTo>
                <a:cubicBezTo>
                  <a:pt x="2173503" y="1929953"/>
                  <a:pt x="2184874" y="1940791"/>
                  <a:pt x="2180510" y="1950974"/>
                </a:cubicBezTo>
                <a:cubicBezTo>
                  <a:pt x="2149478" y="2023383"/>
                  <a:pt x="1968374" y="2040264"/>
                  <a:pt x="1949283" y="2045567"/>
                </a:cubicBezTo>
                <a:cubicBezTo>
                  <a:pt x="1893228" y="2028050"/>
                  <a:pt x="1835759" y="2014541"/>
                  <a:pt x="1781117" y="1993016"/>
                </a:cubicBezTo>
                <a:cubicBezTo>
                  <a:pt x="1662966" y="1946472"/>
                  <a:pt x="1567477" y="1880378"/>
                  <a:pt x="1444786" y="1845871"/>
                </a:cubicBezTo>
                <a:cubicBezTo>
                  <a:pt x="1386566" y="1829497"/>
                  <a:pt x="1325335" y="1826593"/>
                  <a:pt x="1266110" y="1814340"/>
                </a:cubicBezTo>
                <a:cubicBezTo>
                  <a:pt x="1223674" y="1805560"/>
                  <a:pt x="1182027" y="1793319"/>
                  <a:pt x="1139986" y="1782809"/>
                </a:cubicBezTo>
                <a:cubicBezTo>
                  <a:pt x="1122469" y="1849374"/>
                  <a:pt x="1104809" y="1915902"/>
                  <a:pt x="1087434" y="1982505"/>
                </a:cubicBezTo>
                <a:cubicBezTo>
                  <a:pt x="1083788" y="1996482"/>
                  <a:pt x="1076924" y="2024547"/>
                  <a:pt x="1076924" y="2024547"/>
                </a:cubicBezTo>
                <a:cubicBezTo>
                  <a:pt x="1062774" y="1699093"/>
                  <a:pt x="1047507" y="1712787"/>
                  <a:pt x="1139986" y="1309843"/>
                </a:cubicBezTo>
                <a:cubicBezTo>
                  <a:pt x="1153673" y="1250209"/>
                  <a:pt x="1165620" y="1179698"/>
                  <a:pt x="1213558" y="1141678"/>
                </a:cubicBezTo>
                <a:cubicBezTo>
                  <a:pt x="1276930" y="1091417"/>
                  <a:pt x="1367710" y="1092629"/>
                  <a:pt x="1444786" y="1068105"/>
                </a:cubicBezTo>
                <a:cubicBezTo>
                  <a:pt x="1511352" y="1103140"/>
                  <a:pt x="1595177" y="1116400"/>
                  <a:pt x="1644483" y="1173209"/>
                </a:cubicBezTo>
                <a:cubicBezTo>
                  <a:pt x="1884237" y="1449447"/>
                  <a:pt x="1904346" y="1556822"/>
                  <a:pt x="2001834" y="1835360"/>
                </a:cubicBezTo>
                <a:cubicBezTo>
                  <a:pt x="1973807" y="1922946"/>
                  <a:pt x="1973215" y="2024765"/>
                  <a:pt x="1917752" y="2098119"/>
                </a:cubicBezTo>
                <a:cubicBezTo>
                  <a:pt x="1858552" y="2176417"/>
                  <a:pt x="1752884" y="2205242"/>
                  <a:pt x="1676014" y="2266285"/>
                </a:cubicBezTo>
                <a:cubicBezTo>
                  <a:pt x="1633334" y="2300178"/>
                  <a:pt x="1597300" y="2341789"/>
                  <a:pt x="1560400" y="2381898"/>
                </a:cubicBezTo>
                <a:cubicBezTo>
                  <a:pt x="1516662" y="2429439"/>
                  <a:pt x="1474374" y="2478393"/>
                  <a:pt x="1434276" y="2529043"/>
                </a:cubicBezTo>
                <a:cubicBezTo>
                  <a:pt x="1407731" y="2562573"/>
                  <a:pt x="1391638" y="2604619"/>
                  <a:pt x="1360703" y="2634147"/>
                </a:cubicBezTo>
                <a:cubicBezTo>
                  <a:pt x="1313564" y="2679144"/>
                  <a:pt x="1203048" y="2749760"/>
                  <a:pt x="1203048" y="2749760"/>
                </a:cubicBezTo>
                <a:cubicBezTo>
                  <a:pt x="1168014" y="2746257"/>
                  <a:pt x="1130307" y="2753120"/>
                  <a:pt x="1097945" y="2739250"/>
                </a:cubicBezTo>
                <a:cubicBezTo>
                  <a:pt x="1050751" y="2719024"/>
                  <a:pt x="1051838" y="2662310"/>
                  <a:pt x="1045393" y="2623636"/>
                </a:cubicBezTo>
                <a:cubicBezTo>
                  <a:pt x="1073421" y="2564077"/>
                  <a:pt x="1084456" y="2492981"/>
                  <a:pt x="1129476" y="2444960"/>
                </a:cubicBezTo>
                <a:cubicBezTo>
                  <a:pt x="1262865" y="2302679"/>
                  <a:pt x="1341631" y="2293173"/>
                  <a:pt x="1497338" y="2245264"/>
                </a:cubicBezTo>
                <a:cubicBezTo>
                  <a:pt x="1539708" y="2249116"/>
                  <a:pt x="1640761" y="2251053"/>
                  <a:pt x="1686524" y="2276795"/>
                </a:cubicBezTo>
                <a:cubicBezTo>
                  <a:pt x="1721339" y="2296379"/>
                  <a:pt x="1754395" y="2320676"/>
                  <a:pt x="1781117" y="2350367"/>
                </a:cubicBezTo>
                <a:cubicBezTo>
                  <a:pt x="1818174" y="2391541"/>
                  <a:pt x="1841701" y="2443276"/>
                  <a:pt x="1875710" y="2487002"/>
                </a:cubicBezTo>
                <a:cubicBezTo>
                  <a:pt x="1908818" y="2529569"/>
                  <a:pt x="1922118" y="2535458"/>
                  <a:pt x="1959793" y="2560574"/>
                </a:cubicBezTo>
                <a:cubicBezTo>
                  <a:pt x="1973807" y="2553567"/>
                  <a:pt x="1991517" y="2551345"/>
                  <a:pt x="2001834" y="2539554"/>
                </a:cubicBezTo>
                <a:cubicBezTo>
                  <a:pt x="2143677" y="2377448"/>
                  <a:pt x="2183170" y="2313877"/>
                  <a:pt x="1949283" y="2108629"/>
                </a:cubicBezTo>
                <a:cubicBezTo>
                  <a:pt x="1856330" y="2027058"/>
                  <a:pt x="1561808" y="1929832"/>
                  <a:pt x="1413255" y="1877402"/>
                </a:cubicBezTo>
                <a:cubicBezTo>
                  <a:pt x="1385227" y="1887912"/>
                  <a:pt x="1333216" y="1879274"/>
                  <a:pt x="1329172" y="1908933"/>
                </a:cubicBezTo>
                <a:cubicBezTo>
                  <a:pt x="1303364" y="2098190"/>
                  <a:pt x="1513201" y="2272098"/>
                  <a:pt x="1644483" y="2339857"/>
                </a:cubicBezTo>
                <a:cubicBezTo>
                  <a:pt x="1809875" y="2425221"/>
                  <a:pt x="2135958" y="2459616"/>
                  <a:pt x="2327655" y="2487002"/>
                </a:cubicBezTo>
                <a:cubicBezTo>
                  <a:pt x="2355683" y="2483499"/>
                  <a:pt x="2394093" y="2498548"/>
                  <a:pt x="2411738" y="2476492"/>
                </a:cubicBezTo>
                <a:cubicBezTo>
                  <a:pt x="2456857" y="2420093"/>
                  <a:pt x="2495821" y="2276795"/>
                  <a:pt x="2495821" y="2276795"/>
                </a:cubicBezTo>
                <a:cubicBezTo>
                  <a:pt x="2485311" y="2234754"/>
                  <a:pt x="2476858" y="2192144"/>
                  <a:pt x="2464290" y="2150671"/>
                </a:cubicBezTo>
                <a:cubicBezTo>
                  <a:pt x="2441799" y="2076452"/>
                  <a:pt x="2414526" y="2003761"/>
                  <a:pt x="2390717" y="1929954"/>
                </a:cubicBezTo>
                <a:cubicBezTo>
                  <a:pt x="2379488" y="1895143"/>
                  <a:pt x="2369696" y="1859885"/>
                  <a:pt x="2359186" y="1824850"/>
                </a:cubicBezTo>
                <a:cubicBezTo>
                  <a:pt x="2362689" y="1810836"/>
                  <a:pt x="2356171" y="1787881"/>
                  <a:pt x="2369696" y="1782809"/>
                </a:cubicBezTo>
                <a:cubicBezTo>
                  <a:pt x="2611550" y="1692114"/>
                  <a:pt x="2570464" y="1708196"/>
                  <a:pt x="2748069" y="1803829"/>
                </a:cubicBezTo>
                <a:cubicBezTo>
                  <a:pt x="2758579" y="1866891"/>
                  <a:pt x="2775045" y="1929246"/>
                  <a:pt x="2779600" y="1993016"/>
                </a:cubicBezTo>
                <a:cubicBezTo>
                  <a:pt x="2782109" y="2028136"/>
                  <a:pt x="2774581" y="2063341"/>
                  <a:pt x="2769090" y="2098119"/>
                </a:cubicBezTo>
                <a:cubicBezTo>
                  <a:pt x="2754536" y="2190294"/>
                  <a:pt x="2746283" y="2201762"/>
                  <a:pt x="2706027" y="2287305"/>
                </a:cubicBezTo>
                <a:cubicBezTo>
                  <a:pt x="2692684" y="2315658"/>
                  <a:pt x="2685065" y="2348201"/>
                  <a:pt x="2663986" y="2371388"/>
                </a:cubicBezTo>
                <a:cubicBezTo>
                  <a:pt x="2648177" y="2388778"/>
                  <a:pt x="2621945" y="2392409"/>
                  <a:pt x="2600924" y="2402919"/>
                </a:cubicBezTo>
                <a:cubicBezTo>
                  <a:pt x="2589716" y="2417863"/>
                  <a:pt x="2467668" y="2551668"/>
                  <a:pt x="2663986" y="2497512"/>
                </a:cubicBezTo>
                <a:cubicBezTo>
                  <a:pt x="2744547" y="2475288"/>
                  <a:pt x="2804124" y="2406423"/>
                  <a:pt x="2874193" y="2360878"/>
                </a:cubicBezTo>
                <a:cubicBezTo>
                  <a:pt x="2860179" y="2315333"/>
                  <a:pt x="2859849" y="2263019"/>
                  <a:pt x="2832152" y="2224243"/>
                </a:cubicBezTo>
                <a:cubicBezTo>
                  <a:pt x="2752839" y="2113205"/>
                  <a:pt x="2649084" y="2021833"/>
                  <a:pt x="2558883" y="1919443"/>
                </a:cubicBezTo>
                <a:cubicBezTo>
                  <a:pt x="2519445" y="1874675"/>
                  <a:pt x="2466771" y="1837647"/>
                  <a:pt x="2443269" y="1782809"/>
                </a:cubicBezTo>
                <a:lnTo>
                  <a:pt x="2411738" y="1709236"/>
                </a:lnTo>
                <a:cubicBezTo>
                  <a:pt x="2408234" y="1677705"/>
                  <a:pt x="2395005" y="1645752"/>
                  <a:pt x="2401227" y="1614643"/>
                </a:cubicBezTo>
                <a:cubicBezTo>
                  <a:pt x="2406182" y="1589870"/>
                  <a:pt x="2426633" y="1570594"/>
                  <a:pt x="2443269" y="1551581"/>
                </a:cubicBezTo>
                <a:cubicBezTo>
                  <a:pt x="2537942" y="1443384"/>
                  <a:pt x="2516887" y="1462221"/>
                  <a:pt x="2611434" y="1414947"/>
                </a:cubicBezTo>
                <a:cubicBezTo>
                  <a:pt x="2653475" y="1330865"/>
                  <a:pt x="2685007" y="1292325"/>
                  <a:pt x="2685007" y="1194229"/>
                </a:cubicBezTo>
                <a:cubicBezTo>
                  <a:pt x="2685007" y="1060783"/>
                  <a:pt x="2642347" y="955170"/>
                  <a:pt x="2611434" y="826367"/>
                </a:cubicBezTo>
                <a:cubicBezTo>
                  <a:pt x="2606461" y="805645"/>
                  <a:pt x="2604427" y="784326"/>
                  <a:pt x="2600924" y="763305"/>
                </a:cubicBezTo>
                <a:cubicBezTo>
                  <a:pt x="2662428" y="554193"/>
                  <a:pt x="2646620" y="646331"/>
                  <a:pt x="2663986" y="490036"/>
                </a:cubicBezTo>
                <a:cubicBezTo>
                  <a:pt x="2646469" y="451498"/>
                  <a:pt x="2639835" y="405814"/>
                  <a:pt x="2611434" y="374423"/>
                </a:cubicBezTo>
                <a:cubicBezTo>
                  <a:pt x="2486547" y="236390"/>
                  <a:pt x="2382705" y="253002"/>
                  <a:pt x="2201531" y="216767"/>
                </a:cubicBezTo>
                <a:cubicBezTo>
                  <a:pt x="2131462" y="227277"/>
                  <a:pt x="2059084" y="227593"/>
                  <a:pt x="1991324" y="248298"/>
                </a:cubicBezTo>
                <a:cubicBezTo>
                  <a:pt x="1895002" y="277730"/>
                  <a:pt x="1745021" y="387256"/>
                  <a:pt x="1654993" y="426974"/>
                </a:cubicBezTo>
                <a:cubicBezTo>
                  <a:pt x="1594176" y="453805"/>
                  <a:pt x="1528869" y="469015"/>
                  <a:pt x="1465807" y="490036"/>
                </a:cubicBezTo>
                <a:cubicBezTo>
                  <a:pt x="1444786" y="486533"/>
                  <a:pt x="1422219" y="488181"/>
                  <a:pt x="1402745" y="479526"/>
                </a:cubicBezTo>
                <a:cubicBezTo>
                  <a:pt x="1389162" y="473489"/>
                  <a:pt x="1373058" y="462744"/>
                  <a:pt x="1371214" y="447995"/>
                </a:cubicBezTo>
                <a:cubicBezTo>
                  <a:pt x="1366436" y="409777"/>
                  <a:pt x="1436938" y="342707"/>
                  <a:pt x="1455296" y="332381"/>
                </a:cubicBezTo>
                <a:cubicBezTo>
                  <a:pt x="1487176" y="314449"/>
                  <a:pt x="1524915" y="309721"/>
                  <a:pt x="1560400" y="300850"/>
                </a:cubicBezTo>
                <a:cubicBezTo>
                  <a:pt x="1742555" y="255311"/>
                  <a:pt x="1707872" y="262981"/>
                  <a:pt x="1854690" y="248298"/>
                </a:cubicBezTo>
                <a:lnTo>
                  <a:pt x="2222552" y="258809"/>
                </a:lnTo>
                <a:cubicBezTo>
                  <a:pt x="2254244" y="260250"/>
                  <a:pt x="2286124" y="275966"/>
                  <a:pt x="2317145" y="269319"/>
                </a:cubicBezTo>
                <a:cubicBezTo>
                  <a:pt x="2339080" y="264619"/>
                  <a:pt x="2352179" y="241292"/>
                  <a:pt x="2369696" y="227278"/>
                </a:cubicBezTo>
                <a:cubicBezTo>
                  <a:pt x="2355682" y="185237"/>
                  <a:pt x="2365397" y="124380"/>
                  <a:pt x="2327655" y="101154"/>
                </a:cubicBezTo>
                <a:cubicBezTo>
                  <a:pt x="2223046" y="36779"/>
                  <a:pt x="1999462" y="63961"/>
                  <a:pt x="1886221" y="69623"/>
                </a:cubicBezTo>
                <a:cubicBezTo>
                  <a:pt x="1830166" y="66119"/>
                  <a:pt x="1774150" y="56307"/>
                  <a:pt x="1718055" y="59112"/>
                </a:cubicBezTo>
                <a:cubicBezTo>
                  <a:pt x="1702407" y="59894"/>
                  <a:pt x="1680969" y="65269"/>
                  <a:pt x="1676014" y="80133"/>
                </a:cubicBezTo>
                <a:cubicBezTo>
                  <a:pt x="1658150" y="133725"/>
                  <a:pt x="1662000" y="192243"/>
                  <a:pt x="1654993" y="248298"/>
                </a:cubicBezTo>
                <a:cubicBezTo>
                  <a:pt x="1676014" y="265815"/>
                  <a:pt x="1693117" y="289588"/>
                  <a:pt x="1718055" y="300850"/>
                </a:cubicBezTo>
                <a:cubicBezTo>
                  <a:pt x="1953754" y="407295"/>
                  <a:pt x="1947430" y="391734"/>
                  <a:pt x="2170000" y="416464"/>
                </a:cubicBezTo>
                <a:cubicBezTo>
                  <a:pt x="2174851" y="414752"/>
                  <a:pt x="2434707" y="316731"/>
                  <a:pt x="2474800" y="321871"/>
                </a:cubicBezTo>
                <a:cubicBezTo>
                  <a:pt x="2572657" y="334417"/>
                  <a:pt x="2663986" y="377926"/>
                  <a:pt x="2758579" y="405954"/>
                </a:cubicBezTo>
                <a:cubicBezTo>
                  <a:pt x="2811131" y="462009"/>
                  <a:pt x="2869061" y="513468"/>
                  <a:pt x="2916234" y="574119"/>
                </a:cubicBezTo>
                <a:cubicBezTo>
                  <a:pt x="3002691" y="685277"/>
                  <a:pt x="3051776" y="782322"/>
                  <a:pt x="3115931" y="899940"/>
                </a:cubicBezTo>
                <a:cubicBezTo>
                  <a:pt x="3091407" y="945485"/>
                  <a:pt x="3077154" y="998299"/>
                  <a:pt x="3042358" y="1036574"/>
                </a:cubicBezTo>
                <a:cubicBezTo>
                  <a:pt x="3005096" y="1077562"/>
                  <a:pt x="2950523" y="1098586"/>
                  <a:pt x="2905724" y="1131167"/>
                </a:cubicBezTo>
                <a:cubicBezTo>
                  <a:pt x="2873419" y="1154662"/>
                  <a:pt x="2842662" y="1180216"/>
                  <a:pt x="2811131" y="1204740"/>
                </a:cubicBezTo>
                <a:cubicBezTo>
                  <a:pt x="2783103" y="1250285"/>
                  <a:pt x="2747410" y="1291924"/>
                  <a:pt x="2727048" y="1341374"/>
                </a:cubicBezTo>
                <a:cubicBezTo>
                  <a:pt x="2655116" y="1516066"/>
                  <a:pt x="2646656" y="1615909"/>
                  <a:pt x="2674496" y="1803829"/>
                </a:cubicBezTo>
                <a:cubicBezTo>
                  <a:pt x="2676841" y="1819658"/>
                  <a:pt x="2725972" y="1865816"/>
                  <a:pt x="2737558" y="1877402"/>
                </a:cubicBezTo>
                <a:cubicBezTo>
                  <a:pt x="2744565" y="1894919"/>
                  <a:pt x="2750141" y="1913079"/>
                  <a:pt x="2758579" y="1929954"/>
                </a:cubicBezTo>
                <a:cubicBezTo>
                  <a:pt x="2764228" y="1941252"/>
                  <a:pt x="2773951" y="1950187"/>
                  <a:pt x="2779600" y="1961485"/>
                </a:cubicBezTo>
                <a:cubicBezTo>
                  <a:pt x="2799931" y="2002146"/>
                  <a:pt x="2809177" y="2043984"/>
                  <a:pt x="2821641" y="2087609"/>
                </a:cubicBezTo>
                <a:cubicBezTo>
                  <a:pt x="2800620" y="2192712"/>
                  <a:pt x="2816687" y="2312852"/>
                  <a:pt x="2758579" y="2402919"/>
                </a:cubicBezTo>
                <a:cubicBezTo>
                  <a:pt x="2731921" y="2444239"/>
                  <a:pt x="2659553" y="2423559"/>
                  <a:pt x="2611434" y="2413429"/>
                </a:cubicBezTo>
                <a:cubicBezTo>
                  <a:pt x="2454660" y="2380424"/>
                  <a:pt x="2410119" y="2349395"/>
                  <a:pt x="2306634" y="2287305"/>
                </a:cubicBezTo>
                <a:cubicBezTo>
                  <a:pt x="2255809" y="2172948"/>
                  <a:pt x="2234730" y="2178864"/>
                  <a:pt x="2306634" y="2035057"/>
                </a:cubicBezTo>
                <a:cubicBezTo>
                  <a:pt x="2388337" y="1871652"/>
                  <a:pt x="2491740" y="1603958"/>
                  <a:pt x="2695517" y="1520050"/>
                </a:cubicBezTo>
                <a:cubicBezTo>
                  <a:pt x="2761591" y="1492843"/>
                  <a:pt x="2835655" y="1492023"/>
                  <a:pt x="2905724" y="1478009"/>
                </a:cubicBezTo>
                <a:cubicBezTo>
                  <a:pt x="2944262" y="1502533"/>
                  <a:pt x="2989922" y="1518420"/>
                  <a:pt x="3021338" y="1551581"/>
                </a:cubicBezTo>
                <a:cubicBezTo>
                  <a:pt x="3070566" y="1603544"/>
                  <a:pt x="3120445" y="1738989"/>
                  <a:pt x="3147462" y="1803829"/>
                </a:cubicBezTo>
                <a:cubicBezTo>
                  <a:pt x="3143959" y="1838864"/>
                  <a:pt x="3150283" y="1876345"/>
                  <a:pt x="3136952" y="1908933"/>
                </a:cubicBezTo>
                <a:cubicBezTo>
                  <a:pt x="3117821" y="1955699"/>
                  <a:pt x="3088597" y="1999329"/>
                  <a:pt x="3052869" y="2035057"/>
                </a:cubicBezTo>
                <a:cubicBezTo>
                  <a:pt x="2960503" y="2127423"/>
                  <a:pt x="2945563" y="2169426"/>
                  <a:pt x="2821641" y="2203223"/>
                </a:cubicBezTo>
                <a:cubicBezTo>
                  <a:pt x="2784308" y="2213405"/>
                  <a:pt x="2744565" y="2210230"/>
                  <a:pt x="2706027" y="2213733"/>
                </a:cubicBezTo>
                <a:cubicBezTo>
                  <a:pt x="2681503" y="2227747"/>
                  <a:pt x="2647425" y="2231822"/>
                  <a:pt x="2632455" y="2255774"/>
                </a:cubicBezTo>
                <a:cubicBezTo>
                  <a:pt x="2622779" y="2271256"/>
                  <a:pt x="2580511" y="2403729"/>
                  <a:pt x="2611434" y="2444960"/>
                </a:cubicBezTo>
                <a:cubicBezTo>
                  <a:pt x="2622754" y="2460053"/>
                  <a:pt x="2646469" y="2458974"/>
                  <a:pt x="2663986" y="2465981"/>
                </a:cubicBezTo>
                <a:lnTo>
                  <a:pt x="2706027" y="2508023"/>
                </a:lnTo>
              </a:path>
            </a:pathLst>
          </a:cu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E76C9E-72AD-E30C-107B-63F41FDD3B5A}"/>
              </a:ext>
            </a:extLst>
          </p:cNvPr>
          <p:cNvSpPr/>
          <p:nvPr/>
        </p:nvSpPr>
        <p:spPr>
          <a:xfrm rot="9515423">
            <a:off x="4150417" y="2715367"/>
            <a:ext cx="1192924" cy="1427265"/>
          </a:xfrm>
          <a:custGeom>
            <a:avLst/>
            <a:gdLst>
              <a:gd name="connsiteX0" fmla="*/ 458382 w 1604488"/>
              <a:gd name="connsiteY0" fmla="*/ 1345324 h 1576552"/>
              <a:gd name="connsiteX1" fmla="*/ 258685 w 1604488"/>
              <a:gd name="connsiteY1" fmla="*/ 546538 h 1576552"/>
              <a:gd name="connsiteX2" fmla="*/ 395320 w 1604488"/>
              <a:gd name="connsiteY2" fmla="*/ 493986 h 1576552"/>
              <a:gd name="connsiteX3" fmla="*/ 616037 w 1604488"/>
              <a:gd name="connsiteY3" fmla="*/ 641131 h 1576552"/>
              <a:gd name="connsiteX4" fmla="*/ 721141 w 1604488"/>
              <a:gd name="connsiteY4" fmla="*/ 840828 h 1576552"/>
              <a:gd name="connsiteX5" fmla="*/ 689610 w 1604488"/>
              <a:gd name="connsiteY5" fmla="*/ 1198179 h 1576552"/>
              <a:gd name="connsiteX6" fmla="*/ 658079 w 1604488"/>
              <a:gd name="connsiteY6" fmla="*/ 1240221 h 1576552"/>
              <a:gd name="connsiteX7" fmla="*/ 689610 w 1604488"/>
              <a:gd name="connsiteY7" fmla="*/ 1219200 h 1576552"/>
              <a:gd name="connsiteX8" fmla="*/ 479403 w 1604488"/>
              <a:gd name="connsiteY8" fmla="*/ 620110 h 1576552"/>
              <a:gd name="connsiteX9" fmla="*/ 216644 w 1604488"/>
              <a:gd name="connsiteY9" fmla="*/ 704193 h 1576552"/>
              <a:gd name="connsiteX10" fmla="*/ 122051 w 1604488"/>
              <a:gd name="connsiteY10" fmla="*/ 788276 h 1576552"/>
              <a:gd name="connsiteX11" fmla="*/ 90520 w 1604488"/>
              <a:gd name="connsiteY11" fmla="*/ 893379 h 1576552"/>
              <a:gd name="connsiteX12" fmla="*/ 342768 w 1604488"/>
              <a:gd name="connsiteY12" fmla="*/ 924910 h 1576552"/>
              <a:gd name="connsiteX13" fmla="*/ 658079 w 1604488"/>
              <a:gd name="connsiteY13" fmla="*/ 777766 h 1576552"/>
              <a:gd name="connsiteX14" fmla="*/ 794713 w 1604488"/>
              <a:gd name="connsiteY14" fmla="*/ 746235 h 1576552"/>
              <a:gd name="connsiteX15" fmla="*/ 395320 w 1604488"/>
              <a:gd name="connsiteY15" fmla="*/ 977462 h 1576552"/>
              <a:gd name="connsiteX16" fmla="*/ 143072 w 1604488"/>
              <a:gd name="connsiteY16" fmla="*/ 935421 h 1576552"/>
              <a:gd name="connsiteX17" fmla="*/ 6437 w 1604488"/>
              <a:gd name="connsiteY17" fmla="*/ 798786 h 1576552"/>
              <a:gd name="connsiteX18" fmla="*/ 416341 w 1604488"/>
              <a:gd name="connsiteY18" fmla="*/ 504497 h 1576552"/>
              <a:gd name="connsiteX19" fmla="*/ 1141554 w 1604488"/>
              <a:gd name="connsiteY19" fmla="*/ 767255 h 1576552"/>
              <a:gd name="connsiteX20" fmla="*/ 920837 w 1604488"/>
              <a:gd name="connsiteY20" fmla="*/ 430924 h 1576552"/>
              <a:gd name="connsiteX21" fmla="*/ 616037 w 1604488"/>
              <a:gd name="connsiteY21" fmla="*/ 73572 h 1576552"/>
              <a:gd name="connsiteX22" fmla="*/ 489913 w 1604488"/>
              <a:gd name="connsiteY22" fmla="*/ 0 h 1576552"/>
              <a:gd name="connsiteX23" fmla="*/ 426851 w 1604488"/>
              <a:gd name="connsiteY23" fmla="*/ 84083 h 1576552"/>
              <a:gd name="connsiteX24" fmla="*/ 584506 w 1604488"/>
              <a:gd name="connsiteY24" fmla="*/ 525517 h 1576552"/>
              <a:gd name="connsiteX25" fmla="*/ 878796 w 1604488"/>
              <a:gd name="connsiteY25" fmla="*/ 620110 h 1576552"/>
              <a:gd name="connsiteX26" fmla="*/ 962879 w 1604488"/>
              <a:gd name="connsiteY26" fmla="*/ 662152 h 1576552"/>
              <a:gd name="connsiteX27" fmla="*/ 794713 w 1604488"/>
              <a:gd name="connsiteY27" fmla="*/ 819807 h 1576552"/>
              <a:gd name="connsiteX28" fmla="*/ 405830 w 1604488"/>
              <a:gd name="connsiteY28" fmla="*/ 630621 h 1576552"/>
              <a:gd name="connsiteX29" fmla="*/ 258685 w 1604488"/>
              <a:gd name="connsiteY29" fmla="*/ 451945 h 1576552"/>
              <a:gd name="connsiteX30" fmla="*/ 290217 w 1604488"/>
              <a:gd name="connsiteY30" fmla="*/ 441435 h 1576552"/>
              <a:gd name="connsiteX31" fmla="*/ 710630 w 1604488"/>
              <a:gd name="connsiteY31" fmla="*/ 1103586 h 1576552"/>
              <a:gd name="connsiteX32" fmla="*/ 721141 w 1604488"/>
              <a:gd name="connsiteY32" fmla="*/ 1324304 h 1576552"/>
              <a:gd name="connsiteX33" fmla="*/ 416341 w 1604488"/>
              <a:gd name="connsiteY33" fmla="*/ 1492469 h 1576552"/>
              <a:gd name="connsiteX34" fmla="*/ 290217 w 1604488"/>
              <a:gd name="connsiteY34" fmla="*/ 1481959 h 1576552"/>
              <a:gd name="connsiteX35" fmla="*/ 37968 w 1604488"/>
              <a:gd name="connsiteY35" fmla="*/ 1187669 h 1576552"/>
              <a:gd name="connsiteX36" fmla="*/ 101030 w 1604488"/>
              <a:gd name="connsiteY36" fmla="*/ 1124607 h 1576552"/>
              <a:gd name="connsiteX37" fmla="*/ 742161 w 1604488"/>
              <a:gd name="connsiteY37" fmla="*/ 1145628 h 1576552"/>
              <a:gd name="connsiteX38" fmla="*/ 1530437 w 1604488"/>
              <a:gd name="connsiteY38" fmla="*/ 1481959 h 1576552"/>
              <a:gd name="connsiteX39" fmla="*/ 1519927 w 1604488"/>
              <a:gd name="connsiteY39" fmla="*/ 1345324 h 1576552"/>
              <a:gd name="connsiteX40" fmla="*/ 1057472 w 1604488"/>
              <a:gd name="connsiteY40" fmla="*/ 851338 h 1576552"/>
              <a:gd name="connsiteX41" fmla="*/ 815734 w 1604488"/>
              <a:gd name="connsiteY41" fmla="*/ 809297 h 1576552"/>
              <a:gd name="connsiteX42" fmla="*/ 616037 w 1604488"/>
              <a:gd name="connsiteY42" fmla="*/ 840828 h 1576552"/>
              <a:gd name="connsiteX43" fmla="*/ 794713 w 1604488"/>
              <a:gd name="connsiteY43" fmla="*/ 1030014 h 1576552"/>
              <a:gd name="connsiteX44" fmla="*/ 878796 w 1604488"/>
              <a:gd name="connsiteY44" fmla="*/ 1103586 h 1576552"/>
              <a:gd name="connsiteX45" fmla="*/ 1183596 w 1604488"/>
              <a:gd name="connsiteY45" fmla="*/ 945931 h 1576552"/>
              <a:gd name="connsiteX46" fmla="*/ 1110023 w 1604488"/>
              <a:gd name="connsiteY46" fmla="*/ 578069 h 1576552"/>
              <a:gd name="connsiteX47" fmla="*/ 910327 w 1604488"/>
              <a:gd name="connsiteY47" fmla="*/ 451945 h 1576552"/>
              <a:gd name="connsiteX48" fmla="*/ 805223 w 1604488"/>
              <a:gd name="connsiteY48" fmla="*/ 409904 h 1576552"/>
              <a:gd name="connsiteX49" fmla="*/ 1204617 w 1604488"/>
              <a:gd name="connsiteY49" fmla="*/ 483476 h 1576552"/>
              <a:gd name="connsiteX50" fmla="*/ 1456865 w 1604488"/>
              <a:gd name="connsiteY50" fmla="*/ 567559 h 1576552"/>
              <a:gd name="connsiteX51" fmla="*/ 1509417 w 1604488"/>
              <a:gd name="connsiteY51" fmla="*/ 651641 h 1576552"/>
              <a:gd name="connsiteX52" fmla="*/ 1488396 w 1604488"/>
              <a:gd name="connsiteY52" fmla="*/ 861848 h 1576552"/>
              <a:gd name="connsiteX53" fmla="*/ 1404313 w 1604488"/>
              <a:gd name="connsiteY53" fmla="*/ 945931 h 1576552"/>
              <a:gd name="connsiteX54" fmla="*/ 1110023 w 1604488"/>
              <a:gd name="connsiteY54" fmla="*/ 977462 h 1576552"/>
              <a:gd name="connsiteX55" fmla="*/ 794713 w 1604488"/>
              <a:gd name="connsiteY55" fmla="*/ 924910 h 1576552"/>
              <a:gd name="connsiteX56" fmla="*/ 626548 w 1604488"/>
              <a:gd name="connsiteY56" fmla="*/ 966952 h 1576552"/>
              <a:gd name="connsiteX57" fmla="*/ 637058 w 1604488"/>
              <a:gd name="connsiteY57" fmla="*/ 1198179 h 1576552"/>
              <a:gd name="connsiteX58" fmla="*/ 647568 w 1604488"/>
              <a:gd name="connsiteY58" fmla="*/ 1250731 h 1576552"/>
              <a:gd name="connsiteX59" fmla="*/ 931348 w 1604488"/>
              <a:gd name="connsiteY59" fmla="*/ 1566041 h 1576552"/>
              <a:gd name="connsiteX60" fmla="*/ 1089003 w 1604488"/>
              <a:gd name="connsiteY60" fmla="*/ 1576552 h 1576552"/>
              <a:gd name="connsiteX61" fmla="*/ 1152065 w 1604488"/>
              <a:gd name="connsiteY61" fmla="*/ 1460938 h 1576552"/>
              <a:gd name="connsiteX62" fmla="*/ 1173085 w 1604488"/>
              <a:gd name="connsiteY62" fmla="*/ 1334814 h 1576552"/>
              <a:gd name="connsiteX63" fmla="*/ 910327 w 1604488"/>
              <a:gd name="connsiteY63" fmla="*/ 1051035 h 1576552"/>
              <a:gd name="connsiteX64" fmla="*/ 658079 w 1604488"/>
              <a:gd name="connsiteY64" fmla="*/ 882869 h 1576552"/>
              <a:gd name="connsiteX65" fmla="*/ 647568 w 1604488"/>
              <a:gd name="connsiteY65" fmla="*/ 819807 h 1576552"/>
              <a:gd name="connsiteX66" fmla="*/ 773692 w 1604488"/>
              <a:gd name="connsiteY66" fmla="*/ 672662 h 1576552"/>
              <a:gd name="connsiteX67" fmla="*/ 899817 w 1604488"/>
              <a:gd name="connsiteY67" fmla="*/ 409904 h 1576552"/>
              <a:gd name="connsiteX68" fmla="*/ 910327 w 1604488"/>
              <a:gd name="connsiteY68" fmla="*/ 336331 h 1576552"/>
              <a:gd name="connsiteX69" fmla="*/ 920837 w 1604488"/>
              <a:gd name="connsiteY69" fmla="*/ 304800 h 1576552"/>
              <a:gd name="connsiteX70" fmla="*/ 983899 w 1604488"/>
              <a:gd name="connsiteY70" fmla="*/ 294290 h 1576552"/>
              <a:gd name="connsiteX71" fmla="*/ 1194106 w 1604488"/>
              <a:gd name="connsiteY71" fmla="*/ 252248 h 1576552"/>
              <a:gd name="connsiteX72" fmla="*/ 1236148 w 1604488"/>
              <a:gd name="connsiteY72" fmla="*/ 262759 h 1576552"/>
              <a:gd name="connsiteX73" fmla="*/ 1225637 w 1604488"/>
              <a:gd name="connsiteY73" fmla="*/ 536028 h 1576552"/>
              <a:gd name="connsiteX74" fmla="*/ 1078492 w 1604488"/>
              <a:gd name="connsiteY74" fmla="*/ 588579 h 1576552"/>
              <a:gd name="connsiteX75" fmla="*/ 1036451 w 1604488"/>
              <a:gd name="connsiteY75" fmla="*/ 609600 h 1576552"/>
              <a:gd name="connsiteX76" fmla="*/ 983899 w 1604488"/>
              <a:gd name="connsiteY76" fmla="*/ 683172 h 1576552"/>
              <a:gd name="connsiteX77" fmla="*/ 1089003 w 1604488"/>
              <a:gd name="connsiteY77" fmla="*/ 914400 h 1576552"/>
              <a:gd name="connsiteX78" fmla="*/ 1561968 w 1604488"/>
              <a:gd name="connsiteY78" fmla="*/ 956441 h 1576552"/>
              <a:gd name="connsiteX79" fmla="*/ 1593499 w 1604488"/>
              <a:gd name="connsiteY79" fmla="*/ 987972 h 1576552"/>
              <a:gd name="connsiteX80" fmla="*/ 1572479 w 1604488"/>
              <a:gd name="connsiteY80" fmla="*/ 1177159 h 1576552"/>
              <a:gd name="connsiteX81" fmla="*/ 1362272 w 1604488"/>
              <a:gd name="connsiteY81" fmla="*/ 1271752 h 1576552"/>
              <a:gd name="connsiteX82" fmla="*/ 647568 w 1604488"/>
              <a:gd name="connsiteY82" fmla="*/ 1187669 h 1576552"/>
              <a:gd name="connsiteX83" fmla="*/ 447872 w 1604488"/>
              <a:gd name="connsiteY83" fmla="*/ 872359 h 1576552"/>
              <a:gd name="connsiteX84" fmla="*/ 416341 w 1604488"/>
              <a:gd name="connsiteY84" fmla="*/ 809297 h 1576552"/>
              <a:gd name="connsiteX85" fmla="*/ 342768 w 1604488"/>
              <a:gd name="connsiteY85" fmla="*/ 788276 h 1576552"/>
              <a:gd name="connsiteX86" fmla="*/ 258685 w 1604488"/>
              <a:gd name="connsiteY86" fmla="*/ 945931 h 1576552"/>
              <a:gd name="connsiteX87" fmla="*/ 279706 w 1604488"/>
              <a:gd name="connsiteY87" fmla="*/ 1387366 h 1576552"/>
              <a:gd name="connsiteX88" fmla="*/ 374299 w 1604488"/>
              <a:gd name="connsiteY88" fmla="*/ 1450428 h 1576552"/>
              <a:gd name="connsiteX89" fmla="*/ 941858 w 1604488"/>
              <a:gd name="connsiteY89" fmla="*/ 1471448 h 1576552"/>
              <a:gd name="connsiteX90" fmla="*/ 1404313 w 1604488"/>
              <a:gd name="connsiteY90" fmla="*/ 1439917 h 1576552"/>
              <a:gd name="connsiteX91" fmla="*/ 1435844 w 1604488"/>
              <a:gd name="connsiteY91" fmla="*/ 1429407 h 1576552"/>
              <a:gd name="connsiteX92" fmla="*/ 1425334 w 1604488"/>
              <a:gd name="connsiteY92" fmla="*/ 1397876 h 1576552"/>
              <a:gd name="connsiteX93" fmla="*/ 1278189 w 1604488"/>
              <a:gd name="connsiteY93" fmla="*/ 1198179 h 1576552"/>
              <a:gd name="connsiteX94" fmla="*/ 1025941 w 1604488"/>
              <a:gd name="connsiteY94" fmla="*/ 998483 h 1576552"/>
              <a:gd name="connsiteX95" fmla="*/ 573996 w 1604488"/>
              <a:gd name="connsiteY95" fmla="*/ 756745 h 1576552"/>
              <a:gd name="connsiteX96" fmla="*/ 605527 w 1604488"/>
              <a:gd name="connsiteY96" fmla="*/ 693683 h 1576552"/>
              <a:gd name="connsiteX97" fmla="*/ 962879 w 1604488"/>
              <a:gd name="connsiteY97" fmla="*/ 451945 h 1576552"/>
              <a:gd name="connsiteX98" fmla="*/ 983899 w 1604488"/>
              <a:gd name="connsiteY98" fmla="*/ 388883 h 1576552"/>
              <a:gd name="connsiteX99" fmla="*/ 994410 w 1604488"/>
              <a:gd name="connsiteY99" fmla="*/ 346841 h 1576552"/>
              <a:gd name="connsiteX100" fmla="*/ 952368 w 1604488"/>
              <a:gd name="connsiteY100" fmla="*/ 262759 h 1576552"/>
              <a:gd name="connsiteX101" fmla="*/ 1215127 w 1604488"/>
              <a:gd name="connsiteY101" fmla="*/ 283779 h 1576552"/>
              <a:gd name="connsiteX102" fmla="*/ 1309720 w 1604488"/>
              <a:gd name="connsiteY102" fmla="*/ 399393 h 1576552"/>
              <a:gd name="connsiteX103" fmla="*/ 1288699 w 1604488"/>
              <a:gd name="connsiteY103" fmla="*/ 609600 h 1576552"/>
              <a:gd name="connsiteX104" fmla="*/ 1267679 w 1604488"/>
              <a:gd name="connsiteY104" fmla="*/ 672662 h 1576552"/>
              <a:gd name="connsiteX105" fmla="*/ 1162575 w 1604488"/>
              <a:gd name="connsiteY105" fmla="*/ 756745 h 1576552"/>
              <a:gd name="connsiteX106" fmla="*/ 1004920 w 1604488"/>
              <a:gd name="connsiteY106" fmla="*/ 819807 h 1576552"/>
              <a:gd name="connsiteX107" fmla="*/ 889306 w 1604488"/>
              <a:gd name="connsiteY107" fmla="*/ 966952 h 1576552"/>
              <a:gd name="connsiteX108" fmla="*/ 868285 w 1604488"/>
              <a:gd name="connsiteY108" fmla="*/ 1040524 h 1576552"/>
              <a:gd name="connsiteX109" fmla="*/ 857775 w 1604488"/>
              <a:gd name="connsiteY109" fmla="*/ 1093076 h 1576552"/>
              <a:gd name="connsiteX110" fmla="*/ 868285 w 1604488"/>
              <a:gd name="connsiteY110" fmla="*/ 1135117 h 1576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1604488" h="1576552">
                <a:moveTo>
                  <a:pt x="458382" y="1345324"/>
                </a:moveTo>
                <a:cubicBezTo>
                  <a:pt x="391816" y="1079062"/>
                  <a:pt x="278960" y="820245"/>
                  <a:pt x="258685" y="546538"/>
                </a:cubicBezTo>
                <a:cubicBezTo>
                  <a:pt x="255080" y="497874"/>
                  <a:pt x="348147" y="481499"/>
                  <a:pt x="395320" y="493986"/>
                </a:cubicBezTo>
                <a:cubicBezTo>
                  <a:pt x="480799" y="516613"/>
                  <a:pt x="542465" y="592083"/>
                  <a:pt x="616037" y="641131"/>
                </a:cubicBezTo>
                <a:cubicBezTo>
                  <a:pt x="651072" y="707697"/>
                  <a:pt x="711291" y="766253"/>
                  <a:pt x="721141" y="840828"/>
                </a:cubicBezTo>
                <a:cubicBezTo>
                  <a:pt x="736799" y="959378"/>
                  <a:pt x="708260" y="1080063"/>
                  <a:pt x="689610" y="1198179"/>
                </a:cubicBezTo>
                <a:cubicBezTo>
                  <a:pt x="686878" y="1215482"/>
                  <a:pt x="658079" y="1222704"/>
                  <a:pt x="658079" y="1240221"/>
                </a:cubicBezTo>
                <a:cubicBezTo>
                  <a:pt x="658079" y="1252853"/>
                  <a:pt x="679100" y="1226207"/>
                  <a:pt x="689610" y="1219200"/>
                </a:cubicBezTo>
                <a:cubicBezTo>
                  <a:pt x="727533" y="953736"/>
                  <a:pt x="864468" y="727928"/>
                  <a:pt x="479403" y="620110"/>
                </a:cubicBezTo>
                <a:cubicBezTo>
                  <a:pt x="390847" y="595314"/>
                  <a:pt x="304230" y="676165"/>
                  <a:pt x="216644" y="704193"/>
                </a:cubicBezTo>
                <a:cubicBezTo>
                  <a:pt x="185113" y="732221"/>
                  <a:pt x="145452" y="753174"/>
                  <a:pt x="122051" y="788276"/>
                </a:cubicBezTo>
                <a:cubicBezTo>
                  <a:pt x="101762" y="818710"/>
                  <a:pt x="59420" y="874127"/>
                  <a:pt x="90520" y="893379"/>
                </a:cubicBezTo>
                <a:cubicBezTo>
                  <a:pt x="162569" y="937981"/>
                  <a:pt x="258685" y="914400"/>
                  <a:pt x="342768" y="924910"/>
                </a:cubicBezTo>
                <a:cubicBezTo>
                  <a:pt x="447872" y="875862"/>
                  <a:pt x="550218" y="820409"/>
                  <a:pt x="658079" y="777766"/>
                </a:cubicBezTo>
                <a:cubicBezTo>
                  <a:pt x="701547" y="760581"/>
                  <a:pt x="831927" y="717952"/>
                  <a:pt x="794713" y="746235"/>
                </a:cubicBezTo>
                <a:cubicBezTo>
                  <a:pt x="672237" y="839316"/>
                  <a:pt x="528451" y="900386"/>
                  <a:pt x="395320" y="977462"/>
                </a:cubicBezTo>
                <a:cubicBezTo>
                  <a:pt x="311237" y="963448"/>
                  <a:pt x="220530" y="971010"/>
                  <a:pt x="143072" y="935421"/>
                </a:cubicBezTo>
                <a:cubicBezTo>
                  <a:pt x="84544" y="908530"/>
                  <a:pt x="-28057" y="853181"/>
                  <a:pt x="6437" y="798786"/>
                </a:cubicBezTo>
                <a:cubicBezTo>
                  <a:pt x="96516" y="656738"/>
                  <a:pt x="279706" y="602593"/>
                  <a:pt x="416341" y="504497"/>
                </a:cubicBezTo>
                <a:cubicBezTo>
                  <a:pt x="658079" y="592083"/>
                  <a:pt x="887130" y="804359"/>
                  <a:pt x="1141554" y="767255"/>
                </a:cubicBezTo>
                <a:cubicBezTo>
                  <a:pt x="1274246" y="747904"/>
                  <a:pt x="1007858" y="532948"/>
                  <a:pt x="920837" y="430924"/>
                </a:cubicBezTo>
                <a:cubicBezTo>
                  <a:pt x="819237" y="311807"/>
                  <a:pt x="726743" y="184278"/>
                  <a:pt x="616037" y="73572"/>
                </a:cubicBezTo>
                <a:cubicBezTo>
                  <a:pt x="581621" y="39156"/>
                  <a:pt x="531954" y="24524"/>
                  <a:pt x="489913" y="0"/>
                </a:cubicBezTo>
                <a:cubicBezTo>
                  <a:pt x="468892" y="28028"/>
                  <a:pt x="431334" y="49337"/>
                  <a:pt x="426851" y="84083"/>
                </a:cubicBezTo>
                <a:cubicBezTo>
                  <a:pt x="407805" y="231690"/>
                  <a:pt x="449120" y="433058"/>
                  <a:pt x="584506" y="525517"/>
                </a:cubicBezTo>
                <a:cubicBezTo>
                  <a:pt x="669596" y="583627"/>
                  <a:pt x="781882" y="585113"/>
                  <a:pt x="878796" y="620110"/>
                </a:cubicBezTo>
                <a:cubicBezTo>
                  <a:pt x="908269" y="630753"/>
                  <a:pt x="934851" y="648138"/>
                  <a:pt x="962879" y="662152"/>
                </a:cubicBezTo>
                <a:cubicBezTo>
                  <a:pt x="994676" y="741648"/>
                  <a:pt x="1061625" y="858631"/>
                  <a:pt x="794713" y="819807"/>
                </a:cubicBezTo>
                <a:cubicBezTo>
                  <a:pt x="652061" y="799058"/>
                  <a:pt x="535458" y="693683"/>
                  <a:pt x="405830" y="630621"/>
                </a:cubicBezTo>
                <a:cubicBezTo>
                  <a:pt x="356782" y="571062"/>
                  <a:pt x="298918" y="517781"/>
                  <a:pt x="258685" y="451945"/>
                </a:cubicBezTo>
                <a:cubicBezTo>
                  <a:pt x="252908" y="442491"/>
                  <a:pt x="283323" y="432762"/>
                  <a:pt x="290217" y="441435"/>
                </a:cubicBezTo>
                <a:cubicBezTo>
                  <a:pt x="546943" y="764412"/>
                  <a:pt x="553030" y="801519"/>
                  <a:pt x="710630" y="1103586"/>
                </a:cubicBezTo>
                <a:cubicBezTo>
                  <a:pt x="714134" y="1177159"/>
                  <a:pt x="735586" y="1252078"/>
                  <a:pt x="721141" y="1324304"/>
                </a:cubicBezTo>
                <a:cubicBezTo>
                  <a:pt x="695675" y="1451635"/>
                  <a:pt x="487676" y="1469772"/>
                  <a:pt x="416341" y="1492469"/>
                </a:cubicBezTo>
                <a:cubicBezTo>
                  <a:pt x="374300" y="1488966"/>
                  <a:pt x="323070" y="1508424"/>
                  <a:pt x="290217" y="1481959"/>
                </a:cubicBezTo>
                <a:cubicBezTo>
                  <a:pt x="189601" y="1400907"/>
                  <a:pt x="37968" y="1187669"/>
                  <a:pt x="37968" y="1187669"/>
                </a:cubicBezTo>
                <a:cubicBezTo>
                  <a:pt x="58989" y="1166648"/>
                  <a:pt x="72292" y="1132214"/>
                  <a:pt x="101030" y="1124607"/>
                </a:cubicBezTo>
                <a:cubicBezTo>
                  <a:pt x="356169" y="1057070"/>
                  <a:pt x="481983" y="1106207"/>
                  <a:pt x="742161" y="1145628"/>
                </a:cubicBezTo>
                <a:cubicBezTo>
                  <a:pt x="1509082" y="1475829"/>
                  <a:pt x="1238366" y="1384596"/>
                  <a:pt x="1530437" y="1481959"/>
                </a:cubicBezTo>
                <a:cubicBezTo>
                  <a:pt x="1526934" y="1436414"/>
                  <a:pt x="1539973" y="1386370"/>
                  <a:pt x="1519927" y="1345324"/>
                </a:cubicBezTo>
                <a:cubicBezTo>
                  <a:pt x="1415192" y="1130865"/>
                  <a:pt x="1280142" y="950829"/>
                  <a:pt x="1057472" y="851338"/>
                </a:cubicBezTo>
                <a:cubicBezTo>
                  <a:pt x="982798" y="817973"/>
                  <a:pt x="896313" y="823311"/>
                  <a:pt x="815734" y="809297"/>
                </a:cubicBezTo>
                <a:lnTo>
                  <a:pt x="616037" y="840828"/>
                </a:lnTo>
                <a:cubicBezTo>
                  <a:pt x="738945" y="914573"/>
                  <a:pt x="614161" y="831407"/>
                  <a:pt x="794713" y="1030014"/>
                </a:cubicBezTo>
                <a:cubicBezTo>
                  <a:pt x="819765" y="1057571"/>
                  <a:pt x="850768" y="1079062"/>
                  <a:pt x="878796" y="1103586"/>
                </a:cubicBezTo>
                <a:cubicBezTo>
                  <a:pt x="980396" y="1051034"/>
                  <a:pt x="1106302" y="1030251"/>
                  <a:pt x="1183596" y="945931"/>
                </a:cubicBezTo>
                <a:cubicBezTo>
                  <a:pt x="1311109" y="806826"/>
                  <a:pt x="1210443" y="665100"/>
                  <a:pt x="1110023" y="578069"/>
                </a:cubicBezTo>
                <a:cubicBezTo>
                  <a:pt x="1050528" y="526506"/>
                  <a:pt x="979261" y="489978"/>
                  <a:pt x="910327" y="451945"/>
                </a:cubicBezTo>
                <a:cubicBezTo>
                  <a:pt x="877288" y="433717"/>
                  <a:pt x="767704" y="405884"/>
                  <a:pt x="805223" y="409904"/>
                </a:cubicBezTo>
                <a:cubicBezTo>
                  <a:pt x="939824" y="424325"/>
                  <a:pt x="1073042" y="451643"/>
                  <a:pt x="1204617" y="483476"/>
                </a:cubicBezTo>
                <a:cubicBezTo>
                  <a:pt x="1290763" y="504318"/>
                  <a:pt x="1372782" y="539531"/>
                  <a:pt x="1456865" y="567559"/>
                </a:cubicBezTo>
                <a:cubicBezTo>
                  <a:pt x="1474382" y="595586"/>
                  <a:pt x="1496833" y="621079"/>
                  <a:pt x="1509417" y="651641"/>
                </a:cubicBezTo>
                <a:cubicBezTo>
                  <a:pt x="1542621" y="732279"/>
                  <a:pt x="1537300" y="784416"/>
                  <a:pt x="1488396" y="861848"/>
                </a:cubicBezTo>
                <a:cubicBezTo>
                  <a:pt x="1467230" y="895361"/>
                  <a:pt x="1442220" y="934348"/>
                  <a:pt x="1404313" y="945931"/>
                </a:cubicBezTo>
                <a:cubicBezTo>
                  <a:pt x="1309961" y="974761"/>
                  <a:pt x="1208120" y="966952"/>
                  <a:pt x="1110023" y="977462"/>
                </a:cubicBezTo>
                <a:cubicBezTo>
                  <a:pt x="1004920" y="959945"/>
                  <a:pt x="901241" y="927226"/>
                  <a:pt x="794713" y="924910"/>
                </a:cubicBezTo>
                <a:cubicBezTo>
                  <a:pt x="736946" y="923654"/>
                  <a:pt x="655422" y="916904"/>
                  <a:pt x="626548" y="966952"/>
                </a:cubicBezTo>
                <a:cubicBezTo>
                  <a:pt x="587992" y="1033783"/>
                  <a:pt x="631359" y="1121235"/>
                  <a:pt x="637058" y="1198179"/>
                </a:cubicBezTo>
                <a:cubicBezTo>
                  <a:pt x="638378" y="1215994"/>
                  <a:pt x="644746" y="1233091"/>
                  <a:pt x="647568" y="1250731"/>
                </a:cubicBezTo>
                <a:cubicBezTo>
                  <a:pt x="690183" y="1517075"/>
                  <a:pt x="616819" y="1477328"/>
                  <a:pt x="931348" y="1566041"/>
                </a:cubicBezTo>
                <a:cubicBezTo>
                  <a:pt x="982039" y="1580338"/>
                  <a:pt x="1036451" y="1573048"/>
                  <a:pt x="1089003" y="1576552"/>
                </a:cubicBezTo>
                <a:cubicBezTo>
                  <a:pt x="1110024" y="1538014"/>
                  <a:pt x="1137644" y="1502400"/>
                  <a:pt x="1152065" y="1460938"/>
                </a:cubicBezTo>
                <a:cubicBezTo>
                  <a:pt x="1166067" y="1420682"/>
                  <a:pt x="1181444" y="1376608"/>
                  <a:pt x="1173085" y="1334814"/>
                </a:cubicBezTo>
                <a:cubicBezTo>
                  <a:pt x="1145571" y="1197246"/>
                  <a:pt x="1010713" y="1122739"/>
                  <a:pt x="910327" y="1051035"/>
                </a:cubicBezTo>
                <a:cubicBezTo>
                  <a:pt x="828095" y="992298"/>
                  <a:pt x="658079" y="882869"/>
                  <a:pt x="658079" y="882869"/>
                </a:cubicBezTo>
                <a:cubicBezTo>
                  <a:pt x="654575" y="861848"/>
                  <a:pt x="642776" y="840572"/>
                  <a:pt x="647568" y="819807"/>
                </a:cubicBezTo>
                <a:cubicBezTo>
                  <a:pt x="667098" y="735179"/>
                  <a:pt x="722398" y="736779"/>
                  <a:pt x="773692" y="672662"/>
                </a:cubicBezTo>
                <a:cubicBezTo>
                  <a:pt x="858006" y="567269"/>
                  <a:pt x="859919" y="529597"/>
                  <a:pt x="899817" y="409904"/>
                </a:cubicBezTo>
                <a:cubicBezTo>
                  <a:pt x="903320" y="385380"/>
                  <a:pt x="905469" y="360623"/>
                  <a:pt x="910327" y="336331"/>
                </a:cubicBezTo>
                <a:cubicBezTo>
                  <a:pt x="912500" y="325467"/>
                  <a:pt x="911218" y="310297"/>
                  <a:pt x="920837" y="304800"/>
                </a:cubicBezTo>
                <a:cubicBezTo>
                  <a:pt x="939340" y="294227"/>
                  <a:pt x="963096" y="298913"/>
                  <a:pt x="983899" y="294290"/>
                </a:cubicBezTo>
                <a:cubicBezTo>
                  <a:pt x="1181297" y="250424"/>
                  <a:pt x="1038427" y="271709"/>
                  <a:pt x="1194106" y="252248"/>
                </a:cubicBezTo>
                <a:cubicBezTo>
                  <a:pt x="1208120" y="255752"/>
                  <a:pt x="1228135" y="250740"/>
                  <a:pt x="1236148" y="262759"/>
                </a:cubicBezTo>
                <a:cubicBezTo>
                  <a:pt x="1304906" y="365896"/>
                  <a:pt x="1338390" y="444752"/>
                  <a:pt x="1225637" y="536028"/>
                </a:cubicBezTo>
                <a:cubicBezTo>
                  <a:pt x="1185156" y="568798"/>
                  <a:pt x="1127033" y="569702"/>
                  <a:pt x="1078492" y="588579"/>
                </a:cubicBezTo>
                <a:cubicBezTo>
                  <a:pt x="1063890" y="594258"/>
                  <a:pt x="1050465" y="602593"/>
                  <a:pt x="1036451" y="609600"/>
                </a:cubicBezTo>
                <a:cubicBezTo>
                  <a:pt x="1018934" y="634124"/>
                  <a:pt x="994481" y="654953"/>
                  <a:pt x="983899" y="683172"/>
                </a:cubicBezTo>
                <a:cubicBezTo>
                  <a:pt x="947625" y="779902"/>
                  <a:pt x="988956" y="861042"/>
                  <a:pt x="1089003" y="914400"/>
                </a:cubicBezTo>
                <a:cubicBezTo>
                  <a:pt x="1158930" y="951694"/>
                  <a:pt x="1518692" y="954777"/>
                  <a:pt x="1561968" y="956441"/>
                </a:cubicBezTo>
                <a:cubicBezTo>
                  <a:pt x="1572478" y="966951"/>
                  <a:pt x="1589128" y="973765"/>
                  <a:pt x="1593499" y="987972"/>
                </a:cubicBezTo>
                <a:cubicBezTo>
                  <a:pt x="1604865" y="1024911"/>
                  <a:pt x="1618178" y="1143381"/>
                  <a:pt x="1572479" y="1177159"/>
                </a:cubicBezTo>
                <a:cubicBezTo>
                  <a:pt x="1510689" y="1222830"/>
                  <a:pt x="1432341" y="1240221"/>
                  <a:pt x="1362272" y="1271752"/>
                </a:cubicBezTo>
                <a:cubicBezTo>
                  <a:pt x="1124037" y="1243724"/>
                  <a:pt x="877788" y="1255050"/>
                  <a:pt x="647568" y="1187669"/>
                </a:cubicBezTo>
                <a:cubicBezTo>
                  <a:pt x="520925" y="1150603"/>
                  <a:pt x="487157" y="970572"/>
                  <a:pt x="447872" y="872359"/>
                </a:cubicBezTo>
                <a:cubicBezTo>
                  <a:pt x="439144" y="850538"/>
                  <a:pt x="434693" y="823978"/>
                  <a:pt x="416341" y="809297"/>
                </a:cubicBezTo>
                <a:cubicBezTo>
                  <a:pt x="396424" y="793364"/>
                  <a:pt x="367292" y="795283"/>
                  <a:pt x="342768" y="788276"/>
                </a:cubicBezTo>
                <a:cubicBezTo>
                  <a:pt x="282471" y="833499"/>
                  <a:pt x="262763" y="835816"/>
                  <a:pt x="258685" y="945931"/>
                </a:cubicBezTo>
                <a:cubicBezTo>
                  <a:pt x="253233" y="1093142"/>
                  <a:pt x="246800" y="1243776"/>
                  <a:pt x="279706" y="1387366"/>
                </a:cubicBezTo>
                <a:cubicBezTo>
                  <a:pt x="288171" y="1424304"/>
                  <a:pt x="336705" y="1445654"/>
                  <a:pt x="374299" y="1450428"/>
                </a:cubicBezTo>
                <a:cubicBezTo>
                  <a:pt x="562107" y="1474276"/>
                  <a:pt x="752672" y="1464441"/>
                  <a:pt x="941858" y="1471448"/>
                </a:cubicBezTo>
                <a:lnTo>
                  <a:pt x="1404313" y="1439917"/>
                </a:lnTo>
                <a:cubicBezTo>
                  <a:pt x="1415352" y="1438978"/>
                  <a:pt x="1430889" y="1439316"/>
                  <a:pt x="1435844" y="1429407"/>
                </a:cubicBezTo>
                <a:cubicBezTo>
                  <a:pt x="1440799" y="1419498"/>
                  <a:pt x="1431575" y="1407030"/>
                  <a:pt x="1425334" y="1397876"/>
                </a:cubicBezTo>
                <a:cubicBezTo>
                  <a:pt x="1378755" y="1329560"/>
                  <a:pt x="1336656" y="1256646"/>
                  <a:pt x="1278189" y="1198179"/>
                </a:cubicBezTo>
                <a:cubicBezTo>
                  <a:pt x="1202357" y="1122347"/>
                  <a:pt x="1115393" y="1057637"/>
                  <a:pt x="1025941" y="998483"/>
                </a:cubicBezTo>
                <a:cubicBezTo>
                  <a:pt x="685139" y="773114"/>
                  <a:pt x="768794" y="795703"/>
                  <a:pt x="573996" y="756745"/>
                </a:cubicBezTo>
                <a:cubicBezTo>
                  <a:pt x="584506" y="735724"/>
                  <a:pt x="587030" y="708181"/>
                  <a:pt x="605527" y="693683"/>
                </a:cubicBezTo>
                <a:cubicBezTo>
                  <a:pt x="718715" y="604968"/>
                  <a:pt x="962879" y="451945"/>
                  <a:pt x="962879" y="451945"/>
                </a:cubicBezTo>
                <a:cubicBezTo>
                  <a:pt x="969886" y="430924"/>
                  <a:pt x="977532" y="410106"/>
                  <a:pt x="983899" y="388883"/>
                </a:cubicBezTo>
                <a:cubicBezTo>
                  <a:pt x="988050" y="375047"/>
                  <a:pt x="996005" y="361198"/>
                  <a:pt x="994410" y="346841"/>
                </a:cubicBezTo>
                <a:cubicBezTo>
                  <a:pt x="990982" y="315988"/>
                  <a:pt x="968934" y="287608"/>
                  <a:pt x="952368" y="262759"/>
                </a:cubicBezTo>
                <a:cubicBezTo>
                  <a:pt x="1024748" y="257933"/>
                  <a:pt x="1144144" y="231476"/>
                  <a:pt x="1215127" y="283779"/>
                </a:cubicBezTo>
                <a:cubicBezTo>
                  <a:pt x="1255213" y="313316"/>
                  <a:pt x="1309720" y="399393"/>
                  <a:pt x="1309720" y="399393"/>
                </a:cubicBezTo>
                <a:cubicBezTo>
                  <a:pt x="1324742" y="519576"/>
                  <a:pt x="1328404" y="466660"/>
                  <a:pt x="1288699" y="609600"/>
                </a:cubicBezTo>
                <a:cubicBezTo>
                  <a:pt x="1282769" y="630949"/>
                  <a:pt x="1282099" y="655839"/>
                  <a:pt x="1267679" y="672662"/>
                </a:cubicBezTo>
                <a:cubicBezTo>
                  <a:pt x="1238480" y="706727"/>
                  <a:pt x="1201721" y="734823"/>
                  <a:pt x="1162575" y="756745"/>
                </a:cubicBezTo>
                <a:cubicBezTo>
                  <a:pt x="1113191" y="784400"/>
                  <a:pt x="1057472" y="798786"/>
                  <a:pt x="1004920" y="819807"/>
                </a:cubicBezTo>
                <a:cubicBezTo>
                  <a:pt x="979752" y="850008"/>
                  <a:pt x="905007" y="937512"/>
                  <a:pt x="889306" y="966952"/>
                </a:cubicBezTo>
                <a:cubicBezTo>
                  <a:pt x="877303" y="989457"/>
                  <a:pt x="874471" y="1015780"/>
                  <a:pt x="868285" y="1040524"/>
                </a:cubicBezTo>
                <a:cubicBezTo>
                  <a:pt x="863952" y="1057855"/>
                  <a:pt x="857775" y="1075212"/>
                  <a:pt x="857775" y="1093076"/>
                </a:cubicBezTo>
                <a:cubicBezTo>
                  <a:pt x="857775" y="1107521"/>
                  <a:pt x="864782" y="1121103"/>
                  <a:pt x="868285" y="1135117"/>
                </a:cubicBezTo>
              </a:path>
            </a:pathLst>
          </a:cu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319DBA9-15C9-4C2F-D386-E2F618B347E6}"/>
              </a:ext>
            </a:extLst>
          </p:cNvPr>
          <p:cNvCxnSpPr>
            <a:cxnSpLocks/>
          </p:cNvCxnSpPr>
          <p:nvPr/>
        </p:nvCxnSpPr>
        <p:spPr>
          <a:xfrm>
            <a:off x="3390220" y="4544674"/>
            <a:ext cx="4773837" cy="0"/>
          </a:xfrm>
          <a:prstGeom prst="straightConnector1">
            <a:avLst/>
          </a:prstGeom>
          <a:ln w="158750">
            <a:solidFill>
              <a:srgbClr val="6169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7C07A709-F25D-3EB4-C02B-B3F770B49EB7}"/>
              </a:ext>
            </a:extLst>
          </p:cNvPr>
          <p:cNvSpPr/>
          <p:nvPr/>
        </p:nvSpPr>
        <p:spPr>
          <a:xfrm>
            <a:off x="3997453" y="5011335"/>
            <a:ext cx="3017782" cy="29446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rgbClr val="FF0000"/>
                </a:solidFill>
              </a:rPr>
              <a:t>0000000000000000000000000000000000000000000000000000000000000000000000000000000000000000000000000000000000000000000</a:t>
            </a:r>
            <a:r>
              <a:rPr lang="en-IE" dirty="0">
                <a:solidFill>
                  <a:srgbClr val="99FF33"/>
                </a:solidFill>
              </a:rPr>
              <a:t>111111111111</a:t>
            </a:r>
            <a:r>
              <a:rPr lang="en-IE" dirty="0">
                <a:solidFill>
                  <a:srgbClr val="FF0000"/>
                </a:solidFill>
              </a:rPr>
              <a:t>00000000000</a:t>
            </a:r>
            <a:r>
              <a:rPr lang="en-IE" dirty="0">
                <a:solidFill>
                  <a:srgbClr val="99FF33"/>
                </a:solidFill>
              </a:rPr>
              <a:t>111111111111</a:t>
            </a:r>
            <a:r>
              <a:rPr lang="en-IE" dirty="0">
                <a:solidFill>
                  <a:srgbClr val="FF0000"/>
                </a:solidFill>
              </a:rPr>
              <a:t>00000000000</a:t>
            </a:r>
            <a:r>
              <a:rPr lang="en-IE" dirty="0">
                <a:solidFill>
                  <a:srgbClr val="99FF33"/>
                </a:solidFill>
              </a:rPr>
              <a:t>111111111111</a:t>
            </a:r>
            <a:r>
              <a:rPr lang="en-IE" dirty="0">
                <a:solidFill>
                  <a:srgbClr val="FF0000"/>
                </a:solidFill>
              </a:rPr>
              <a:t>00000000000</a:t>
            </a:r>
            <a:r>
              <a:rPr lang="en-IE" dirty="0">
                <a:solidFill>
                  <a:srgbClr val="99FF33"/>
                </a:solidFill>
              </a:rPr>
              <a:t>111111111111</a:t>
            </a:r>
            <a:r>
              <a:rPr lang="en-IE" dirty="0">
                <a:solidFill>
                  <a:srgbClr val="FF0000"/>
                </a:solidFill>
              </a:rPr>
              <a:t>00000000000</a:t>
            </a:r>
            <a:r>
              <a:rPr lang="en-IE" dirty="0">
                <a:solidFill>
                  <a:srgbClr val="99FF33"/>
                </a:solidFill>
              </a:rPr>
              <a:t>111111111111</a:t>
            </a:r>
            <a:r>
              <a:rPr lang="en-IE" dirty="0">
                <a:solidFill>
                  <a:srgbClr val="FF0000"/>
                </a:solidFill>
              </a:rPr>
              <a:t>00000000000</a:t>
            </a:r>
            <a:r>
              <a:rPr lang="en-IE" dirty="0">
                <a:solidFill>
                  <a:srgbClr val="99FF33"/>
                </a:solidFill>
              </a:rPr>
              <a:t>111111111111</a:t>
            </a:r>
            <a:r>
              <a:rPr lang="en-IE" dirty="0">
                <a:solidFill>
                  <a:srgbClr val="FF0000"/>
                </a:solidFill>
              </a:rPr>
              <a:t>00000000000</a:t>
            </a:r>
          </a:p>
        </p:txBody>
      </p:sp>
    </p:spTree>
    <p:extLst>
      <p:ext uri="{BB962C8B-B14F-4D97-AF65-F5344CB8AC3E}">
        <p14:creationId xmlns:p14="http://schemas.microsoft.com/office/powerpoint/2010/main" val="2756192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9015249-9417-7029-3100-9CD7E154B08D}"/>
              </a:ext>
            </a:extLst>
          </p:cNvPr>
          <p:cNvGrpSpPr/>
          <p:nvPr/>
        </p:nvGrpSpPr>
        <p:grpSpPr>
          <a:xfrm>
            <a:off x="2119430" y="2493092"/>
            <a:ext cx="3017782" cy="2944623"/>
            <a:chOff x="1749316" y="1263006"/>
            <a:chExt cx="3017782" cy="2944623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F71FED9-5D4C-9115-78F7-D6BEB0AC0D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49316" y="1263006"/>
              <a:ext cx="3017782" cy="2944623"/>
            </a:xfrm>
            <a:prstGeom prst="rect">
              <a:avLst/>
            </a:prstGeom>
          </p:spPr>
        </p:pic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A03A9211-3E08-513D-79C9-48E65E6F0823}"/>
                </a:ext>
              </a:extLst>
            </p:cNvPr>
            <p:cNvSpPr/>
            <p:nvPr/>
          </p:nvSpPr>
          <p:spPr>
            <a:xfrm rot="9515423">
              <a:off x="1968656" y="2715367"/>
              <a:ext cx="1192924" cy="1427265"/>
            </a:xfrm>
            <a:custGeom>
              <a:avLst/>
              <a:gdLst>
                <a:gd name="connsiteX0" fmla="*/ 458382 w 1604488"/>
                <a:gd name="connsiteY0" fmla="*/ 1345324 h 1576552"/>
                <a:gd name="connsiteX1" fmla="*/ 258685 w 1604488"/>
                <a:gd name="connsiteY1" fmla="*/ 546538 h 1576552"/>
                <a:gd name="connsiteX2" fmla="*/ 395320 w 1604488"/>
                <a:gd name="connsiteY2" fmla="*/ 493986 h 1576552"/>
                <a:gd name="connsiteX3" fmla="*/ 616037 w 1604488"/>
                <a:gd name="connsiteY3" fmla="*/ 641131 h 1576552"/>
                <a:gd name="connsiteX4" fmla="*/ 721141 w 1604488"/>
                <a:gd name="connsiteY4" fmla="*/ 840828 h 1576552"/>
                <a:gd name="connsiteX5" fmla="*/ 689610 w 1604488"/>
                <a:gd name="connsiteY5" fmla="*/ 1198179 h 1576552"/>
                <a:gd name="connsiteX6" fmla="*/ 658079 w 1604488"/>
                <a:gd name="connsiteY6" fmla="*/ 1240221 h 1576552"/>
                <a:gd name="connsiteX7" fmla="*/ 689610 w 1604488"/>
                <a:gd name="connsiteY7" fmla="*/ 1219200 h 1576552"/>
                <a:gd name="connsiteX8" fmla="*/ 479403 w 1604488"/>
                <a:gd name="connsiteY8" fmla="*/ 620110 h 1576552"/>
                <a:gd name="connsiteX9" fmla="*/ 216644 w 1604488"/>
                <a:gd name="connsiteY9" fmla="*/ 704193 h 1576552"/>
                <a:gd name="connsiteX10" fmla="*/ 122051 w 1604488"/>
                <a:gd name="connsiteY10" fmla="*/ 788276 h 1576552"/>
                <a:gd name="connsiteX11" fmla="*/ 90520 w 1604488"/>
                <a:gd name="connsiteY11" fmla="*/ 893379 h 1576552"/>
                <a:gd name="connsiteX12" fmla="*/ 342768 w 1604488"/>
                <a:gd name="connsiteY12" fmla="*/ 924910 h 1576552"/>
                <a:gd name="connsiteX13" fmla="*/ 658079 w 1604488"/>
                <a:gd name="connsiteY13" fmla="*/ 777766 h 1576552"/>
                <a:gd name="connsiteX14" fmla="*/ 794713 w 1604488"/>
                <a:gd name="connsiteY14" fmla="*/ 746235 h 1576552"/>
                <a:gd name="connsiteX15" fmla="*/ 395320 w 1604488"/>
                <a:gd name="connsiteY15" fmla="*/ 977462 h 1576552"/>
                <a:gd name="connsiteX16" fmla="*/ 143072 w 1604488"/>
                <a:gd name="connsiteY16" fmla="*/ 935421 h 1576552"/>
                <a:gd name="connsiteX17" fmla="*/ 6437 w 1604488"/>
                <a:gd name="connsiteY17" fmla="*/ 798786 h 1576552"/>
                <a:gd name="connsiteX18" fmla="*/ 416341 w 1604488"/>
                <a:gd name="connsiteY18" fmla="*/ 504497 h 1576552"/>
                <a:gd name="connsiteX19" fmla="*/ 1141554 w 1604488"/>
                <a:gd name="connsiteY19" fmla="*/ 767255 h 1576552"/>
                <a:gd name="connsiteX20" fmla="*/ 920837 w 1604488"/>
                <a:gd name="connsiteY20" fmla="*/ 430924 h 1576552"/>
                <a:gd name="connsiteX21" fmla="*/ 616037 w 1604488"/>
                <a:gd name="connsiteY21" fmla="*/ 73572 h 1576552"/>
                <a:gd name="connsiteX22" fmla="*/ 489913 w 1604488"/>
                <a:gd name="connsiteY22" fmla="*/ 0 h 1576552"/>
                <a:gd name="connsiteX23" fmla="*/ 426851 w 1604488"/>
                <a:gd name="connsiteY23" fmla="*/ 84083 h 1576552"/>
                <a:gd name="connsiteX24" fmla="*/ 584506 w 1604488"/>
                <a:gd name="connsiteY24" fmla="*/ 525517 h 1576552"/>
                <a:gd name="connsiteX25" fmla="*/ 878796 w 1604488"/>
                <a:gd name="connsiteY25" fmla="*/ 620110 h 1576552"/>
                <a:gd name="connsiteX26" fmla="*/ 962879 w 1604488"/>
                <a:gd name="connsiteY26" fmla="*/ 662152 h 1576552"/>
                <a:gd name="connsiteX27" fmla="*/ 794713 w 1604488"/>
                <a:gd name="connsiteY27" fmla="*/ 819807 h 1576552"/>
                <a:gd name="connsiteX28" fmla="*/ 405830 w 1604488"/>
                <a:gd name="connsiteY28" fmla="*/ 630621 h 1576552"/>
                <a:gd name="connsiteX29" fmla="*/ 258685 w 1604488"/>
                <a:gd name="connsiteY29" fmla="*/ 451945 h 1576552"/>
                <a:gd name="connsiteX30" fmla="*/ 290217 w 1604488"/>
                <a:gd name="connsiteY30" fmla="*/ 441435 h 1576552"/>
                <a:gd name="connsiteX31" fmla="*/ 710630 w 1604488"/>
                <a:gd name="connsiteY31" fmla="*/ 1103586 h 1576552"/>
                <a:gd name="connsiteX32" fmla="*/ 721141 w 1604488"/>
                <a:gd name="connsiteY32" fmla="*/ 1324304 h 1576552"/>
                <a:gd name="connsiteX33" fmla="*/ 416341 w 1604488"/>
                <a:gd name="connsiteY33" fmla="*/ 1492469 h 1576552"/>
                <a:gd name="connsiteX34" fmla="*/ 290217 w 1604488"/>
                <a:gd name="connsiteY34" fmla="*/ 1481959 h 1576552"/>
                <a:gd name="connsiteX35" fmla="*/ 37968 w 1604488"/>
                <a:gd name="connsiteY35" fmla="*/ 1187669 h 1576552"/>
                <a:gd name="connsiteX36" fmla="*/ 101030 w 1604488"/>
                <a:gd name="connsiteY36" fmla="*/ 1124607 h 1576552"/>
                <a:gd name="connsiteX37" fmla="*/ 742161 w 1604488"/>
                <a:gd name="connsiteY37" fmla="*/ 1145628 h 1576552"/>
                <a:gd name="connsiteX38" fmla="*/ 1530437 w 1604488"/>
                <a:gd name="connsiteY38" fmla="*/ 1481959 h 1576552"/>
                <a:gd name="connsiteX39" fmla="*/ 1519927 w 1604488"/>
                <a:gd name="connsiteY39" fmla="*/ 1345324 h 1576552"/>
                <a:gd name="connsiteX40" fmla="*/ 1057472 w 1604488"/>
                <a:gd name="connsiteY40" fmla="*/ 851338 h 1576552"/>
                <a:gd name="connsiteX41" fmla="*/ 815734 w 1604488"/>
                <a:gd name="connsiteY41" fmla="*/ 809297 h 1576552"/>
                <a:gd name="connsiteX42" fmla="*/ 616037 w 1604488"/>
                <a:gd name="connsiteY42" fmla="*/ 840828 h 1576552"/>
                <a:gd name="connsiteX43" fmla="*/ 794713 w 1604488"/>
                <a:gd name="connsiteY43" fmla="*/ 1030014 h 1576552"/>
                <a:gd name="connsiteX44" fmla="*/ 878796 w 1604488"/>
                <a:gd name="connsiteY44" fmla="*/ 1103586 h 1576552"/>
                <a:gd name="connsiteX45" fmla="*/ 1183596 w 1604488"/>
                <a:gd name="connsiteY45" fmla="*/ 945931 h 1576552"/>
                <a:gd name="connsiteX46" fmla="*/ 1110023 w 1604488"/>
                <a:gd name="connsiteY46" fmla="*/ 578069 h 1576552"/>
                <a:gd name="connsiteX47" fmla="*/ 910327 w 1604488"/>
                <a:gd name="connsiteY47" fmla="*/ 451945 h 1576552"/>
                <a:gd name="connsiteX48" fmla="*/ 805223 w 1604488"/>
                <a:gd name="connsiteY48" fmla="*/ 409904 h 1576552"/>
                <a:gd name="connsiteX49" fmla="*/ 1204617 w 1604488"/>
                <a:gd name="connsiteY49" fmla="*/ 483476 h 1576552"/>
                <a:gd name="connsiteX50" fmla="*/ 1456865 w 1604488"/>
                <a:gd name="connsiteY50" fmla="*/ 567559 h 1576552"/>
                <a:gd name="connsiteX51" fmla="*/ 1509417 w 1604488"/>
                <a:gd name="connsiteY51" fmla="*/ 651641 h 1576552"/>
                <a:gd name="connsiteX52" fmla="*/ 1488396 w 1604488"/>
                <a:gd name="connsiteY52" fmla="*/ 861848 h 1576552"/>
                <a:gd name="connsiteX53" fmla="*/ 1404313 w 1604488"/>
                <a:gd name="connsiteY53" fmla="*/ 945931 h 1576552"/>
                <a:gd name="connsiteX54" fmla="*/ 1110023 w 1604488"/>
                <a:gd name="connsiteY54" fmla="*/ 977462 h 1576552"/>
                <a:gd name="connsiteX55" fmla="*/ 794713 w 1604488"/>
                <a:gd name="connsiteY55" fmla="*/ 924910 h 1576552"/>
                <a:gd name="connsiteX56" fmla="*/ 626548 w 1604488"/>
                <a:gd name="connsiteY56" fmla="*/ 966952 h 1576552"/>
                <a:gd name="connsiteX57" fmla="*/ 637058 w 1604488"/>
                <a:gd name="connsiteY57" fmla="*/ 1198179 h 1576552"/>
                <a:gd name="connsiteX58" fmla="*/ 647568 w 1604488"/>
                <a:gd name="connsiteY58" fmla="*/ 1250731 h 1576552"/>
                <a:gd name="connsiteX59" fmla="*/ 931348 w 1604488"/>
                <a:gd name="connsiteY59" fmla="*/ 1566041 h 1576552"/>
                <a:gd name="connsiteX60" fmla="*/ 1089003 w 1604488"/>
                <a:gd name="connsiteY60" fmla="*/ 1576552 h 1576552"/>
                <a:gd name="connsiteX61" fmla="*/ 1152065 w 1604488"/>
                <a:gd name="connsiteY61" fmla="*/ 1460938 h 1576552"/>
                <a:gd name="connsiteX62" fmla="*/ 1173085 w 1604488"/>
                <a:gd name="connsiteY62" fmla="*/ 1334814 h 1576552"/>
                <a:gd name="connsiteX63" fmla="*/ 910327 w 1604488"/>
                <a:gd name="connsiteY63" fmla="*/ 1051035 h 1576552"/>
                <a:gd name="connsiteX64" fmla="*/ 658079 w 1604488"/>
                <a:gd name="connsiteY64" fmla="*/ 882869 h 1576552"/>
                <a:gd name="connsiteX65" fmla="*/ 647568 w 1604488"/>
                <a:gd name="connsiteY65" fmla="*/ 819807 h 1576552"/>
                <a:gd name="connsiteX66" fmla="*/ 773692 w 1604488"/>
                <a:gd name="connsiteY66" fmla="*/ 672662 h 1576552"/>
                <a:gd name="connsiteX67" fmla="*/ 899817 w 1604488"/>
                <a:gd name="connsiteY67" fmla="*/ 409904 h 1576552"/>
                <a:gd name="connsiteX68" fmla="*/ 910327 w 1604488"/>
                <a:gd name="connsiteY68" fmla="*/ 336331 h 1576552"/>
                <a:gd name="connsiteX69" fmla="*/ 920837 w 1604488"/>
                <a:gd name="connsiteY69" fmla="*/ 304800 h 1576552"/>
                <a:gd name="connsiteX70" fmla="*/ 983899 w 1604488"/>
                <a:gd name="connsiteY70" fmla="*/ 294290 h 1576552"/>
                <a:gd name="connsiteX71" fmla="*/ 1194106 w 1604488"/>
                <a:gd name="connsiteY71" fmla="*/ 252248 h 1576552"/>
                <a:gd name="connsiteX72" fmla="*/ 1236148 w 1604488"/>
                <a:gd name="connsiteY72" fmla="*/ 262759 h 1576552"/>
                <a:gd name="connsiteX73" fmla="*/ 1225637 w 1604488"/>
                <a:gd name="connsiteY73" fmla="*/ 536028 h 1576552"/>
                <a:gd name="connsiteX74" fmla="*/ 1078492 w 1604488"/>
                <a:gd name="connsiteY74" fmla="*/ 588579 h 1576552"/>
                <a:gd name="connsiteX75" fmla="*/ 1036451 w 1604488"/>
                <a:gd name="connsiteY75" fmla="*/ 609600 h 1576552"/>
                <a:gd name="connsiteX76" fmla="*/ 983899 w 1604488"/>
                <a:gd name="connsiteY76" fmla="*/ 683172 h 1576552"/>
                <a:gd name="connsiteX77" fmla="*/ 1089003 w 1604488"/>
                <a:gd name="connsiteY77" fmla="*/ 914400 h 1576552"/>
                <a:gd name="connsiteX78" fmla="*/ 1561968 w 1604488"/>
                <a:gd name="connsiteY78" fmla="*/ 956441 h 1576552"/>
                <a:gd name="connsiteX79" fmla="*/ 1593499 w 1604488"/>
                <a:gd name="connsiteY79" fmla="*/ 987972 h 1576552"/>
                <a:gd name="connsiteX80" fmla="*/ 1572479 w 1604488"/>
                <a:gd name="connsiteY80" fmla="*/ 1177159 h 1576552"/>
                <a:gd name="connsiteX81" fmla="*/ 1362272 w 1604488"/>
                <a:gd name="connsiteY81" fmla="*/ 1271752 h 1576552"/>
                <a:gd name="connsiteX82" fmla="*/ 647568 w 1604488"/>
                <a:gd name="connsiteY82" fmla="*/ 1187669 h 1576552"/>
                <a:gd name="connsiteX83" fmla="*/ 447872 w 1604488"/>
                <a:gd name="connsiteY83" fmla="*/ 872359 h 1576552"/>
                <a:gd name="connsiteX84" fmla="*/ 416341 w 1604488"/>
                <a:gd name="connsiteY84" fmla="*/ 809297 h 1576552"/>
                <a:gd name="connsiteX85" fmla="*/ 342768 w 1604488"/>
                <a:gd name="connsiteY85" fmla="*/ 788276 h 1576552"/>
                <a:gd name="connsiteX86" fmla="*/ 258685 w 1604488"/>
                <a:gd name="connsiteY86" fmla="*/ 945931 h 1576552"/>
                <a:gd name="connsiteX87" fmla="*/ 279706 w 1604488"/>
                <a:gd name="connsiteY87" fmla="*/ 1387366 h 1576552"/>
                <a:gd name="connsiteX88" fmla="*/ 374299 w 1604488"/>
                <a:gd name="connsiteY88" fmla="*/ 1450428 h 1576552"/>
                <a:gd name="connsiteX89" fmla="*/ 941858 w 1604488"/>
                <a:gd name="connsiteY89" fmla="*/ 1471448 h 1576552"/>
                <a:gd name="connsiteX90" fmla="*/ 1404313 w 1604488"/>
                <a:gd name="connsiteY90" fmla="*/ 1439917 h 1576552"/>
                <a:gd name="connsiteX91" fmla="*/ 1435844 w 1604488"/>
                <a:gd name="connsiteY91" fmla="*/ 1429407 h 1576552"/>
                <a:gd name="connsiteX92" fmla="*/ 1425334 w 1604488"/>
                <a:gd name="connsiteY92" fmla="*/ 1397876 h 1576552"/>
                <a:gd name="connsiteX93" fmla="*/ 1278189 w 1604488"/>
                <a:gd name="connsiteY93" fmla="*/ 1198179 h 1576552"/>
                <a:gd name="connsiteX94" fmla="*/ 1025941 w 1604488"/>
                <a:gd name="connsiteY94" fmla="*/ 998483 h 1576552"/>
                <a:gd name="connsiteX95" fmla="*/ 573996 w 1604488"/>
                <a:gd name="connsiteY95" fmla="*/ 756745 h 1576552"/>
                <a:gd name="connsiteX96" fmla="*/ 605527 w 1604488"/>
                <a:gd name="connsiteY96" fmla="*/ 693683 h 1576552"/>
                <a:gd name="connsiteX97" fmla="*/ 962879 w 1604488"/>
                <a:gd name="connsiteY97" fmla="*/ 451945 h 1576552"/>
                <a:gd name="connsiteX98" fmla="*/ 983899 w 1604488"/>
                <a:gd name="connsiteY98" fmla="*/ 388883 h 1576552"/>
                <a:gd name="connsiteX99" fmla="*/ 994410 w 1604488"/>
                <a:gd name="connsiteY99" fmla="*/ 346841 h 1576552"/>
                <a:gd name="connsiteX100" fmla="*/ 952368 w 1604488"/>
                <a:gd name="connsiteY100" fmla="*/ 262759 h 1576552"/>
                <a:gd name="connsiteX101" fmla="*/ 1215127 w 1604488"/>
                <a:gd name="connsiteY101" fmla="*/ 283779 h 1576552"/>
                <a:gd name="connsiteX102" fmla="*/ 1309720 w 1604488"/>
                <a:gd name="connsiteY102" fmla="*/ 399393 h 1576552"/>
                <a:gd name="connsiteX103" fmla="*/ 1288699 w 1604488"/>
                <a:gd name="connsiteY103" fmla="*/ 609600 h 1576552"/>
                <a:gd name="connsiteX104" fmla="*/ 1267679 w 1604488"/>
                <a:gd name="connsiteY104" fmla="*/ 672662 h 1576552"/>
                <a:gd name="connsiteX105" fmla="*/ 1162575 w 1604488"/>
                <a:gd name="connsiteY105" fmla="*/ 756745 h 1576552"/>
                <a:gd name="connsiteX106" fmla="*/ 1004920 w 1604488"/>
                <a:gd name="connsiteY106" fmla="*/ 819807 h 1576552"/>
                <a:gd name="connsiteX107" fmla="*/ 889306 w 1604488"/>
                <a:gd name="connsiteY107" fmla="*/ 966952 h 1576552"/>
                <a:gd name="connsiteX108" fmla="*/ 868285 w 1604488"/>
                <a:gd name="connsiteY108" fmla="*/ 1040524 h 1576552"/>
                <a:gd name="connsiteX109" fmla="*/ 857775 w 1604488"/>
                <a:gd name="connsiteY109" fmla="*/ 1093076 h 1576552"/>
                <a:gd name="connsiteX110" fmla="*/ 868285 w 1604488"/>
                <a:gd name="connsiteY110" fmla="*/ 1135117 h 1576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</a:cxnLst>
              <a:rect l="l" t="t" r="r" b="b"/>
              <a:pathLst>
                <a:path w="1604488" h="1576552">
                  <a:moveTo>
                    <a:pt x="458382" y="1345324"/>
                  </a:moveTo>
                  <a:cubicBezTo>
                    <a:pt x="391816" y="1079062"/>
                    <a:pt x="278960" y="820245"/>
                    <a:pt x="258685" y="546538"/>
                  </a:cubicBezTo>
                  <a:cubicBezTo>
                    <a:pt x="255080" y="497874"/>
                    <a:pt x="348147" y="481499"/>
                    <a:pt x="395320" y="493986"/>
                  </a:cubicBezTo>
                  <a:cubicBezTo>
                    <a:pt x="480799" y="516613"/>
                    <a:pt x="542465" y="592083"/>
                    <a:pt x="616037" y="641131"/>
                  </a:cubicBezTo>
                  <a:cubicBezTo>
                    <a:pt x="651072" y="707697"/>
                    <a:pt x="711291" y="766253"/>
                    <a:pt x="721141" y="840828"/>
                  </a:cubicBezTo>
                  <a:cubicBezTo>
                    <a:pt x="736799" y="959378"/>
                    <a:pt x="708260" y="1080063"/>
                    <a:pt x="689610" y="1198179"/>
                  </a:cubicBezTo>
                  <a:cubicBezTo>
                    <a:pt x="686878" y="1215482"/>
                    <a:pt x="658079" y="1222704"/>
                    <a:pt x="658079" y="1240221"/>
                  </a:cubicBezTo>
                  <a:cubicBezTo>
                    <a:pt x="658079" y="1252853"/>
                    <a:pt x="679100" y="1226207"/>
                    <a:pt x="689610" y="1219200"/>
                  </a:cubicBezTo>
                  <a:cubicBezTo>
                    <a:pt x="727533" y="953736"/>
                    <a:pt x="864468" y="727928"/>
                    <a:pt x="479403" y="620110"/>
                  </a:cubicBezTo>
                  <a:cubicBezTo>
                    <a:pt x="390847" y="595314"/>
                    <a:pt x="304230" y="676165"/>
                    <a:pt x="216644" y="704193"/>
                  </a:cubicBezTo>
                  <a:cubicBezTo>
                    <a:pt x="185113" y="732221"/>
                    <a:pt x="145452" y="753174"/>
                    <a:pt x="122051" y="788276"/>
                  </a:cubicBezTo>
                  <a:cubicBezTo>
                    <a:pt x="101762" y="818710"/>
                    <a:pt x="59420" y="874127"/>
                    <a:pt x="90520" y="893379"/>
                  </a:cubicBezTo>
                  <a:cubicBezTo>
                    <a:pt x="162569" y="937981"/>
                    <a:pt x="258685" y="914400"/>
                    <a:pt x="342768" y="924910"/>
                  </a:cubicBezTo>
                  <a:cubicBezTo>
                    <a:pt x="447872" y="875862"/>
                    <a:pt x="550218" y="820409"/>
                    <a:pt x="658079" y="777766"/>
                  </a:cubicBezTo>
                  <a:cubicBezTo>
                    <a:pt x="701547" y="760581"/>
                    <a:pt x="831927" y="717952"/>
                    <a:pt x="794713" y="746235"/>
                  </a:cubicBezTo>
                  <a:cubicBezTo>
                    <a:pt x="672237" y="839316"/>
                    <a:pt x="528451" y="900386"/>
                    <a:pt x="395320" y="977462"/>
                  </a:cubicBezTo>
                  <a:cubicBezTo>
                    <a:pt x="311237" y="963448"/>
                    <a:pt x="220530" y="971010"/>
                    <a:pt x="143072" y="935421"/>
                  </a:cubicBezTo>
                  <a:cubicBezTo>
                    <a:pt x="84544" y="908530"/>
                    <a:pt x="-28057" y="853181"/>
                    <a:pt x="6437" y="798786"/>
                  </a:cubicBezTo>
                  <a:cubicBezTo>
                    <a:pt x="96516" y="656738"/>
                    <a:pt x="279706" y="602593"/>
                    <a:pt x="416341" y="504497"/>
                  </a:cubicBezTo>
                  <a:cubicBezTo>
                    <a:pt x="658079" y="592083"/>
                    <a:pt x="887130" y="804359"/>
                    <a:pt x="1141554" y="767255"/>
                  </a:cubicBezTo>
                  <a:cubicBezTo>
                    <a:pt x="1274246" y="747904"/>
                    <a:pt x="1007858" y="532948"/>
                    <a:pt x="920837" y="430924"/>
                  </a:cubicBezTo>
                  <a:cubicBezTo>
                    <a:pt x="819237" y="311807"/>
                    <a:pt x="726743" y="184278"/>
                    <a:pt x="616037" y="73572"/>
                  </a:cubicBezTo>
                  <a:cubicBezTo>
                    <a:pt x="581621" y="39156"/>
                    <a:pt x="531954" y="24524"/>
                    <a:pt x="489913" y="0"/>
                  </a:cubicBezTo>
                  <a:cubicBezTo>
                    <a:pt x="468892" y="28028"/>
                    <a:pt x="431334" y="49337"/>
                    <a:pt x="426851" y="84083"/>
                  </a:cubicBezTo>
                  <a:cubicBezTo>
                    <a:pt x="407805" y="231690"/>
                    <a:pt x="449120" y="433058"/>
                    <a:pt x="584506" y="525517"/>
                  </a:cubicBezTo>
                  <a:cubicBezTo>
                    <a:pt x="669596" y="583627"/>
                    <a:pt x="781882" y="585113"/>
                    <a:pt x="878796" y="620110"/>
                  </a:cubicBezTo>
                  <a:cubicBezTo>
                    <a:pt x="908269" y="630753"/>
                    <a:pt x="934851" y="648138"/>
                    <a:pt x="962879" y="662152"/>
                  </a:cubicBezTo>
                  <a:cubicBezTo>
                    <a:pt x="994676" y="741648"/>
                    <a:pt x="1061625" y="858631"/>
                    <a:pt x="794713" y="819807"/>
                  </a:cubicBezTo>
                  <a:cubicBezTo>
                    <a:pt x="652061" y="799058"/>
                    <a:pt x="535458" y="693683"/>
                    <a:pt x="405830" y="630621"/>
                  </a:cubicBezTo>
                  <a:cubicBezTo>
                    <a:pt x="356782" y="571062"/>
                    <a:pt x="298918" y="517781"/>
                    <a:pt x="258685" y="451945"/>
                  </a:cubicBezTo>
                  <a:cubicBezTo>
                    <a:pt x="252908" y="442491"/>
                    <a:pt x="283323" y="432762"/>
                    <a:pt x="290217" y="441435"/>
                  </a:cubicBezTo>
                  <a:cubicBezTo>
                    <a:pt x="546943" y="764412"/>
                    <a:pt x="553030" y="801519"/>
                    <a:pt x="710630" y="1103586"/>
                  </a:cubicBezTo>
                  <a:cubicBezTo>
                    <a:pt x="714134" y="1177159"/>
                    <a:pt x="735586" y="1252078"/>
                    <a:pt x="721141" y="1324304"/>
                  </a:cubicBezTo>
                  <a:cubicBezTo>
                    <a:pt x="695675" y="1451635"/>
                    <a:pt x="487676" y="1469772"/>
                    <a:pt x="416341" y="1492469"/>
                  </a:cubicBezTo>
                  <a:cubicBezTo>
                    <a:pt x="374300" y="1488966"/>
                    <a:pt x="323070" y="1508424"/>
                    <a:pt x="290217" y="1481959"/>
                  </a:cubicBezTo>
                  <a:cubicBezTo>
                    <a:pt x="189601" y="1400907"/>
                    <a:pt x="37968" y="1187669"/>
                    <a:pt x="37968" y="1187669"/>
                  </a:cubicBezTo>
                  <a:cubicBezTo>
                    <a:pt x="58989" y="1166648"/>
                    <a:pt x="72292" y="1132214"/>
                    <a:pt x="101030" y="1124607"/>
                  </a:cubicBezTo>
                  <a:cubicBezTo>
                    <a:pt x="356169" y="1057070"/>
                    <a:pt x="481983" y="1106207"/>
                    <a:pt x="742161" y="1145628"/>
                  </a:cubicBezTo>
                  <a:cubicBezTo>
                    <a:pt x="1509082" y="1475829"/>
                    <a:pt x="1238366" y="1384596"/>
                    <a:pt x="1530437" y="1481959"/>
                  </a:cubicBezTo>
                  <a:cubicBezTo>
                    <a:pt x="1526934" y="1436414"/>
                    <a:pt x="1539973" y="1386370"/>
                    <a:pt x="1519927" y="1345324"/>
                  </a:cubicBezTo>
                  <a:cubicBezTo>
                    <a:pt x="1415192" y="1130865"/>
                    <a:pt x="1280142" y="950829"/>
                    <a:pt x="1057472" y="851338"/>
                  </a:cubicBezTo>
                  <a:cubicBezTo>
                    <a:pt x="982798" y="817973"/>
                    <a:pt x="896313" y="823311"/>
                    <a:pt x="815734" y="809297"/>
                  </a:cubicBezTo>
                  <a:lnTo>
                    <a:pt x="616037" y="840828"/>
                  </a:lnTo>
                  <a:cubicBezTo>
                    <a:pt x="738945" y="914573"/>
                    <a:pt x="614161" y="831407"/>
                    <a:pt x="794713" y="1030014"/>
                  </a:cubicBezTo>
                  <a:cubicBezTo>
                    <a:pt x="819765" y="1057571"/>
                    <a:pt x="850768" y="1079062"/>
                    <a:pt x="878796" y="1103586"/>
                  </a:cubicBezTo>
                  <a:cubicBezTo>
                    <a:pt x="980396" y="1051034"/>
                    <a:pt x="1106302" y="1030251"/>
                    <a:pt x="1183596" y="945931"/>
                  </a:cubicBezTo>
                  <a:cubicBezTo>
                    <a:pt x="1311109" y="806826"/>
                    <a:pt x="1210443" y="665100"/>
                    <a:pt x="1110023" y="578069"/>
                  </a:cubicBezTo>
                  <a:cubicBezTo>
                    <a:pt x="1050528" y="526506"/>
                    <a:pt x="979261" y="489978"/>
                    <a:pt x="910327" y="451945"/>
                  </a:cubicBezTo>
                  <a:cubicBezTo>
                    <a:pt x="877288" y="433717"/>
                    <a:pt x="767704" y="405884"/>
                    <a:pt x="805223" y="409904"/>
                  </a:cubicBezTo>
                  <a:cubicBezTo>
                    <a:pt x="939824" y="424325"/>
                    <a:pt x="1073042" y="451643"/>
                    <a:pt x="1204617" y="483476"/>
                  </a:cubicBezTo>
                  <a:cubicBezTo>
                    <a:pt x="1290763" y="504318"/>
                    <a:pt x="1372782" y="539531"/>
                    <a:pt x="1456865" y="567559"/>
                  </a:cubicBezTo>
                  <a:cubicBezTo>
                    <a:pt x="1474382" y="595586"/>
                    <a:pt x="1496833" y="621079"/>
                    <a:pt x="1509417" y="651641"/>
                  </a:cubicBezTo>
                  <a:cubicBezTo>
                    <a:pt x="1542621" y="732279"/>
                    <a:pt x="1537300" y="784416"/>
                    <a:pt x="1488396" y="861848"/>
                  </a:cubicBezTo>
                  <a:cubicBezTo>
                    <a:pt x="1467230" y="895361"/>
                    <a:pt x="1442220" y="934348"/>
                    <a:pt x="1404313" y="945931"/>
                  </a:cubicBezTo>
                  <a:cubicBezTo>
                    <a:pt x="1309961" y="974761"/>
                    <a:pt x="1208120" y="966952"/>
                    <a:pt x="1110023" y="977462"/>
                  </a:cubicBezTo>
                  <a:cubicBezTo>
                    <a:pt x="1004920" y="959945"/>
                    <a:pt x="901241" y="927226"/>
                    <a:pt x="794713" y="924910"/>
                  </a:cubicBezTo>
                  <a:cubicBezTo>
                    <a:pt x="736946" y="923654"/>
                    <a:pt x="655422" y="916904"/>
                    <a:pt x="626548" y="966952"/>
                  </a:cubicBezTo>
                  <a:cubicBezTo>
                    <a:pt x="587992" y="1033783"/>
                    <a:pt x="631359" y="1121235"/>
                    <a:pt x="637058" y="1198179"/>
                  </a:cubicBezTo>
                  <a:cubicBezTo>
                    <a:pt x="638378" y="1215994"/>
                    <a:pt x="644746" y="1233091"/>
                    <a:pt x="647568" y="1250731"/>
                  </a:cubicBezTo>
                  <a:cubicBezTo>
                    <a:pt x="690183" y="1517075"/>
                    <a:pt x="616819" y="1477328"/>
                    <a:pt x="931348" y="1566041"/>
                  </a:cubicBezTo>
                  <a:cubicBezTo>
                    <a:pt x="982039" y="1580338"/>
                    <a:pt x="1036451" y="1573048"/>
                    <a:pt x="1089003" y="1576552"/>
                  </a:cubicBezTo>
                  <a:cubicBezTo>
                    <a:pt x="1110024" y="1538014"/>
                    <a:pt x="1137644" y="1502400"/>
                    <a:pt x="1152065" y="1460938"/>
                  </a:cubicBezTo>
                  <a:cubicBezTo>
                    <a:pt x="1166067" y="1420682"/>
                    <a:pt x="1181444" y="1376608"/>
                    <a:pt x="1173085" y="1334814"/>
                  </a:cubicBezTo>
                  <a:cubicBezTo>
                    <a:pt x="1145571" y="1197246"/>
                    <a:pt x="1010713" y="1122739"/>
                    <a:pt x="910327" y="1051035"/>
                  </a:cubicBezTo>
                  <a:cubicBezTo>
                    <a:pt x="828095" y="992298"/>
                    <a:pt x="658079" y="882869"/>
                    <a:pt x="658079" y="882869"/>
                  </a:cubicBezTo>
                  <a:cubicBezTo>
                    <a:pt x="654575" y="861848"/>
                    <a:pt x="642776" y="840572"/>
                    <a:pt x="647568" y="819807"/>
                  </a:cubicBezTo>
                  <a:cubicBezTo>
                    <a:pt x="667098" y="735179"/>
                    <a:pt x="722398" y="736779"/>
                    <a:pt x="773692" y="672662"/>
                  </a:cubicBezTo>
                  <a:cubicBezTo>
                    <a:pt x="858006" y="567269"/>
                    <a:pt x="859919" y="529597"/>
                    <a:pt x="899817" y="409904"/>
                  </a:cubicBezTo>
                  <a:cubicBezTo>
                    <a:pt x="903320" y="385380"/>
                    <a:pt x="905469" y="360623"/>
                    <a:pt x="910327" y="336331"/>
                  </a:cubicBezTo>
                  <a:cubicBezTo>
                    <a:pt x="912500" y="325467"/>
                    <a:pt x="911218" y="310297"/>
                    <a:pt x="920837" y="304800"/>
                  </a:cubicBezTo>
                  <a:cubicBezTo>
                    <a:pt x="939340" y="294227"/>
                    <a:pt x="963096" y="298913"/>
                    <a:pt x="983899" y="294290"/>
                  </a:cubicBezTo>
                  <a:cubicBezTo>
                    <a:pt x="1181297" y="250424"/>
                    <a:pt x="1038427" y="271709"/>
                    <a:pt x="1194106" y="252248"/>
                  </a:cubicBezTo>
                  <a:cubicBezTo>
                    <a:pt x="1208120" y="255752"/>
                    <a:pt x="1228135" y="250740"/>
                    <a:pt x="1236148" y="262759"/>
                  </a:cubicBezTo>
                  <a:cubicBezTo>
                    <a:pt x="1304906" y="365896"/>
                    <a:pt x="1338390" y="444752"/>
                    <a:pt x="1225637" y="536028"/>
                  </a:cubicBezTo>
                  <a:cubicBezTo>
                    <a:pt x="1185156" y="568798"/>
                    <a:pt x="1127033" y="569702"/>
                    <a:pt x="1078492" y="588579"/>
                  </a:cubicBezTo>
                  <a:cubicBezTo>
                    <a:pt x="1063890" y="594258"/>
                    <a:pt x="1050465" y="602593"/>
                    <a:pt x="1036451" y="609600"/>
                  </a:cubicBezTo>
                  <a:cubicBezTo>
                    <a:pt x="1018934" y="634124"/>
                    <a:pt x="994481" y="654953"/>
                    <a:pt x="983899" y="683172"/>
                  </a:cubicBezTo>
                  <a:cubicBezTo>
                    <a:pt x="947625" y="779902"/>
                    <a:pt x="988956" y="861042"/>
                    <a:pt x="1089003" y="914400"/>
                  </a:cubicBezTo>
                  <a:cubicBezTo>
                    <a:pt x="1158930" y="951694"/>
                    <a:pt x="1518692" y="954777"/>
                    <a:pt x="1561968" y="956441"/>
                  </a:cubicBezTo>
                  <a:cubicBezTo>
                    <a:pt x="1572478" y="966951"/>
                    <a:pt x="1589128" y="973765"/>
                    <a:pt x="1593499" y="987972"/>
                  </a:cubicBezTo>
                  <a:cubicBezTo>
                    <a:pt x="1604865" y="1024911"/>
                    <a:pt x="1618178" y="1143381"/>
                    <a:pt x="1572479" y="1177159"/>
                  </a:cubicBezTo>
                  <a:cubicBezTo>
                    <a:pt x="1510689" y="1222830"/>
                    <a:pt x="1432341" y="1240221"/>
                    <a:pt x="1362272" y="1271752"/>
                  </a:cubicBezTo>
                  <a:cubicBezTo>
                    <a:pt x="1124037" y="1243724"/>
                    <a:pt x="877788" y="1255050"/>
                    <a:pt x="647568" y="1187669"/>
                  </a:cubicBezTo>
                  <a:cubicBezTo>
                    <a:pt x="520925" y="1150603"/>
                    <a:pt x="487157" y="970572"/>
                    <a:pt x="447872" y="872359"/>
                  </a:cubicBezTo>
                  <a:cubicBezTo>
                    <a:pt x="439144" y="850538"/>
                    <a:pt x="434693" y="823978"/>
                    <a:pt x="416341" y="809297"/>
                  </a:cubicBezTo>
                  <a:cubicBezTo>
                    <a:pt x="396424" y="793364"/>
                    <a:pt x="367292" y="795283"/>
                    <a:pt x="342768" y="788276"/>
                  </a:cubicBezTo>
                  <a:cubicBezTo>
                    <a:pt x="282471" y="833499"/>
                    <a:pt x="262763" y="835816"/>
                    <a:pt x="258685" y="945931"/>
                  </a:cubicBezTo>
                  <a:cubicBezTo>
                    <a:pt x="253233" y="1093142"/>
                    <a:pt x="246800" y="1243776"/>
                    <a:pt x="279706" y="1387366"/>
                  </a:cubicBezTo>
                  <a:cubicBezTo>
                    <a:pt x="288171" y="1424304"/>
                    <a:pt x="336705" y="1445654"/>
                    <a:pt x="374299" y="1450428"/>
                  </a:cubicBezTo>
                  <a:cubicBezTo>
                    <a:pt x="562107" y="1474276"/>
                    <a:pt x="752672" y="1464441"/>
                    <a:pt x="941858" y="1471448"/>
                  </a:cubicBezTo>
                  <a:lnTo>
                    <a:pt x="1404313" y="1439917"/>
                  </a:lnTo>
                  <a:cubicBezTo>
                    <a:pt x="1415352" y="1438978"/>
                    <a:pt x="1430889" y="1439316"/>
                    <a:pt x="1435844" y="1429407"/>
                  </a:cubicBezTo>
                  <a:cubicBezTo>
                    <a:pt x="1440799" y="1419498"/>
                    <a:pt x="1431575" y="1407030"/>
                    <a:pt x="1425334" y="1397876"/>
                  </a:cubicBezTo>
                  <a:cubicBezTo>
                    <a:pt x="1378755" y="1329560"/>
                    <a:pt x="1336656" y="1256646"/>
                    <a:pt x="1278189" y="1198179"/>
                  </a:cubicBezTo>
                  <a:cubicBezTo>
                    <a:pt x="1202357" y="1122347"/>
                    <a:pt x="1115393" y="1057637"/>
                    <a:pt x="1025941" y="998483"/>
                  </a:cubicBezTo>
                  <a:cubicBezTo>
                    <a:pt x="685139" y="773114"/>
                    <a:pt x="768794" y="795703"/>
                    <a:pt x="573996" y="756745"/>
                  </a:cubicBezTo>
                  <a:cubicBezTo>
                    <a:pt x="584506" y="735724"/>
                    <a:pt x="587030" y="708181"/>
                    <a:pt x="605527" y="693683"/>
                  </a:cubicBezTo>
                  <a:cubicBezTo>
                    <a:pt x="718715" y="604968"/>
                    <a:pt x="962879" y="451945"/>
                    <a:pt x="962879" y="451945"/>
                  </a:cubicBezTo>
                  <a:cubicBezTo>
                    <a:pt x="969886" y="430924"/>
                    <a:pt x="977532" y="410106"/>
                    <a:pt x="983899" y="388883"/>
                  </a:cubicBezTo>
                  <a:cubicBezTo>
                    <a:pt x="988050" y="375047"/>
                    <a:pt x="996005" y="361198"/>
                    <a:pt x="994410" y="346841"/>
                  </a:cubicBezTo>
                  <a:cubicBezTo>
                    <a:pt x="990982" y="315988"/>
                    <a:pt x="968934" y="287608"/>
                    <a:pt x="952368" y="262759"/>
                  </a:cubicBezTo>
                  <a:cubicBezTo>
                    <a:pt x="1024748" y="257933"/>
                    <a:pt x="1144144" y="231476"/>
                    <a:pt x="1215127" y="283779"/>
                  </a:cubicBezTo>
                  <a:cubicBezTo>
                    <a:pt x="1255213" y="313316"/>
                    <a:pt x="1309720" y="399393"/>
                    <a:pt x="1309720" y="399393"/>
                  </a:cubicBezTo>
                  <a:cubicBezTo>
                    <a:pt x="1324742" y="519576"/>
                    <a:pt x="1328404" y="466660"/>
                    <a:pt x="1288699" y="609600"/>
                  </a:cubicBezTo>
                  <a:cubicBezTo>
                    <a:pt x="1282769" y="630949"/>
                    <a:pt x="1282099" y="655839"/>
                    <a:pt x="1267679" y="672662"/>
                  </a:cubicBezTo>
                  <a:cubicBezTo>
                    <a:pt x="1238480" y="706727"/>
                    <a:pt x="1201721" y="734823"/>
                    <a:pt x="1162575" y="756745"/>
                  </a:cubicBezTo>
                  <a:cubicBezTo>
                    <a:pt x="1113191" y="784400"/>
                    <a:pt x="1057472" y="798786"/>
                    <a:pt x="1004920" y="819807"/>
                  </a:cubicBezTo>
                  <a:cubicBezTo>
                    <a:pt x="979752" y="850008"/>
                    <a:pt x="905007" y="937512"/>
                    <a:pt x="889306" y="966952"/>
                  </a:cubicBezTo>
                  <a:cubicBezTo>
                    <a:pt x="877303" y="989457"/>
                    <a:pt x="874471" y="1015780"/>
                    <a:pt x="868285" y="1040524"/>
                  </a:cubicBezTo>
                  <a:cubicBezTo>
                    <a:pt x="863952" y="1057855"/>
                    <a:pt x="857775" y="1075212"/>
                    <a:pt x="857775" y="1093076"/>
                  </a:cubicBezTo>
                  <a:cubicBezTo>
                    <a:pt x="857775" y="1107521"/>
                    <a:pt x="864782" y="1121103"/>
                    <a:pt x="868285" y="1135117"/>
                  </a:cubicBezTo>
                </a:path>
              </a:pathLst>
            </a:custGeom>
            <a:noFill/>
            <a:ln w="762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A17ECA5A-00B6-B244-93D7-CE520891C4A9}"/>
              </a:ext>
            </a:extLst>
          </p:cNvPr>
          <p:cNvSpPr/>
          <p:nvPr/>
        </p:nvSpPr>
        <p:spPr>
          <a:xfrm>
            <a:off x="5280791" y="1263005"/>
            <a:ext cx="3017782" cy="29446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rgbClr val="FF0000"/>
                </a:solidFill>
              </a:rPr>
              <a:t>0000000000000000000000000000000000000000000000000000000000000000000000000000000000000000000000000000000000000000000</a:t>
            </a:r>
            <a:r>
              <a:rPr lang="en-IE" dirty="0">
                <a:solidFill>
                  <a:srgbClr val="99FF33"/>
                </a:solidFill>
              </a:rPr>
              <a:t>111111111111</a:t>
            </a:r>
            <a:r>
              <a:rPr lang="en-IE" dirty="0">
                <a:solidFill>
                  <a:srgbClr val="FF0000"/>
                </a:solidFill>
              </a:rPr>
              <a:t>00000000000</a:t>
            </a:r>
            <a:r>
              <a:rPr lang="en-IE" dirty="0">
                <a:solidFill>
                  <a:srgbClr val="99FF33"/>
                </a:solidFill>
              </a:rPr>
              <a:t>111111111111</a:t>
            </a:r>
            <a:r>
              <a:rPr lang="en-IE" dirty="0">
                <a:solidFill>
                  <a:srgbClr val="FF0000"/>
                </a:solidFill>
              </a:rPr>
              <a:t>00000000000</a:t>
            </a:r>
            <a:r>
              <a:rPr lang="en-IE" dirty="0">
                <a:solidFill>
                  <a:srgbClr val="99FF33"/>
                </a:solidFill>
              </a:rPr>
              <a:t>111111111111</a:t>
            </a:r>
            <a:r>
              <a:rPr lang="en-IE" dirty="0">
                <a:solidFill>
                  <a:srgbClr val="FF0000"/>
                </a:solidFill>
              </a:rPr>
              <a:t>00000000000</a:t>
            </a:r>
            <a:r>
              <a:rPr lang="en-IE" dirty="0">
                <a:solidFill>
                  <a:srgbClr val="99FF33"/>
                </a:solidFill>
              </a:rPr>
              <a:t>111111111111</a:t>
            </a:r>
            <a:r>
              <a:rPr lang="en-IE" dirty="0">
                <a:solidFill>
                  <a:srgbClr val="FF0000"/>
                </a:solidFill>
              </a:rPr>
              <a:t>00000000000</a:t>
            </a:r>
            <a:r>
              <a:rPr lang="en-IE" dirty="0">
                <a:solidFill>
                  <a:srgbClr val="99FF33"/>
                </a:solidFill>
              </a:rPr>
              <a:t>111111111111</a:t>
            </a:r>
            <a:r>
              <a:rPr lang="en-IE" dirty="0">
                <a:solidFill>
                  <a:srgbClr val="FF0000"/>
                </a:solidFill>
              </a:rPr>
              <a:t>00000000000</a:t>
            </a:r>
            <a:r>
              <a:rPr lang="en-IE" dirty="0">
                <a:solidFill>
                  <a:srgbClr val="99FF33"/>
                </a:solidFill>
              </a:rPr>
              <a:t>111111111111</a:t>
            </a:r>
            <a:r>
              <a:rPr lang="en-IE" dirty="0">
                <a:solidFill>
                  <a:srgbClr val="FF0000"/>
                </a:solidFill>
              </a:rPr>
              <a:t>00000000000</a:t>
            </a:r>
          </a:p>
        </p:txBody>
      </p:sp>
    </p:spTree>
    <p:extLst>
      <p:ext uri="{BB962C8B-B14F-4D97-AF65-F5344CB8AC3E}">
        <p14:creationId xmlns:p14="http://schemas.microsoft.com/office/powerpoint/2010/main" val="589383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83784DF-3F5D-12F8-C087-795BB7D8C79E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</a:blip>
          <a:stretch>
            <a:fillRect/>
          </a:stretch>
        </p:blipFill>
        <p:spPr>
          <a:xfrm>
            <a:off x="1098449" y="159078"/>
            <a:ext cx="4404925" cy="388308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188E315-3462-A3C7-ED82-B44171CF6F28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</a:blip>
          <a:stretch>
            <a:fillRect/>
          </a:stretch>
        </p:blipFill>
        <p:spPr>
          <a:xfrm>
            <a:off x="956562" y="269434"/>
            <a:ext cx="4404925" cy="38830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9EB34C-D98E-7E18-11B4-B7AC5E99A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676" y="398829"/>
            <a:ext cx="4404925" cy="38830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0F30E3A-7ECA-5A2A-0330-D9E5E21A3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40" y="482861"/>
            <a:ext cx="4404925" cy="39599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A4D43C-53CA-E5EC-CB1A-0B89FDEC28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6022" y="1070485"/>
            <a:ext cx="4981351" cy="2455694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F836B08-3194-0E08-E798-E1B98C0D947C}"/>
              </a:ext>
            </a:extLst>
          </p:cNvPr>
          <p:cNvCxnSpPr>
            <a:cxnSpLocks/>
          </p:cNvCxnSpPr>
          <p:nvPr/>
        </p:nvCxnSpPr>
        <p:spPr>
          <a:xfrm flipH="1">
            <a:off x="3000895" y="3233651"/>
            <a:ext cx="3715789" cy="36576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B9BF5897-81F6-650B-374E-A1A0175BD736}"/>
              </a:ext>
            </a:extLst>
          </p:cNvPr>
          <p:cNvSpPr/>
          <p:nvPr/>
        </p:nvSpPr>
        <p:spPr>
          <a:xfrm>
            <a:off x="2610196" y="3233651"/>
            <a:ext cx="756459" cy="71489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CED01D3-9728-3BF4-8ED6-5FA3BE5E12F2}"/>
              </a:ext>
            </a:extLst>
          </p:cNvPr>
          <p:cNvCxnSpPr>
            <a:cxnSpLocks/>
          </p:cNvCxnSpPr>
          <p:nvPr/>
        </p:nvCxnSpPr>
        <p:spPr>
          <a:xfrm flipH="1" flipV="1">
            <a:off x="4437365" y="1324496"/>
            <a:ext cx="2203965" cy="34913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405A053-63BE-8CE4-9659-2F441C89FA76}"/>
              </a:ext>
            </a:extLst>
          </p:cNvPr>
          <p:cNvSpPr/>
          <p:nvPr/>
        </p:nvSpPr>
        <p:spPr>
          <a:xfrm>
            <a:off x="4046666" y="958736"/>
            <a:ext cx="756459" cy="71489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EE3737-12C6-A5ED-1860-72E105585186}"/>
              </a:ext>
            </a:extLst>
          </p:cNvPr>
          <p:cNvSpPr txBox="1"/>
          <p:nvPr/>
        </p:nvSpPr>
        <p:spPr>
          <a:xfrm>
            <a:off x="1632505" y="4574657"/>
            <a:ext cx="28512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3200" dirty="0"/>
              <a:t>[6, 64, 64]</a:t>
            </a:r>
          </a:p>
        </p:txBody>
      </p:sp>
    </p:spTree>
    <p:extLst>
      <p:ext uri="{BB962C8B-B14F-4D97-AF65-F5344CB8AC3E}">
        <p14:creationId xmlns:p14="http://schemas.microsoft.com/office/powerpoint/2010/main" val="412711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3DF821E-1C7C-9DA0-A8A9-64ECC8AE5247}"/>
              </a:ext>
            </a:extLst>
          </p:cNvPr>
          <p:cNvGrpSpPr/>
          <p:nvPr/>
        </p:nvGrpSpPr>
        <p:grpSpPr>
          <a:xfrm>
            <a:off x="1439947" y="216680"/>
            <a:ext cx="9312105" cy="4837458"/>
            <a:chOff x="1439947" y="216680"/>
            <a:chExt cx="9312105" cy="483745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7040E04-1A20-5C6E-E839-9D33C86FA3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39947" y="216680"/>
              <a:ext cx="9312105" cy="4837458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6671953-2FD7-2E6F-D634-7B220E06B2C4}"/>
                </a:ext>
              </a:extLst>
            </p:cNvPr>
            <p:cNvSpPr/>
            <p:nvPr/>
          </p:nvSpPr>
          <p:spPr>
            <a:xfrm>
              <a:off x="5261956" y="1047404"/>
              <a:ext cx="1313411" cy="106402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1F7F4DE-9EE3-EC76-4875-9CB24E70EF55}"/>
                </a:ext>
              </a:extLst>
            </p:cNvPr>
            <p:cNvSpPr/>
            <p:nvPr/>
          </p:nvSpPr>
          <p:spPr>
            <a:xfrm>
              <a:off x="3078481" y="1665318"/>
              <a:ext cx="529244" cy="5874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5341A84-0091-98D8-E92B-922887E99F2B}"/>
                </a:ext>
              </a:extLst>
            </p:cNvPr>
            <p:cNvSpPr/>
            <p:nvPr/>
          </p:nvSpPr>
          <p:spPr>
            <a:xfrm>
              <a:off x="8877993" y="1427019"/>
              <a:ext cx="1224741" cy="243008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DFF94A8-96C9-96C4-77C0-8431B88AA6BE}"/>
                </a:ext>
              </a:extLst>
            </p:cNvPr>
            <p:cNvSpPr txBox="1"/>
            <p:nvPr/>
          </p:nvSpPr>
          <p:spPr>
            <a:xfrm>
              <a:off x="2987239" y="1415635"/>
              <a:ext cx="7489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E" sz="1200" dirty="0"/>
                <a:t>ROI 2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B5F244A-5484-8527-1D04-2B6F9D883FD3}"/>
                </a:ext>
              </a:extLst>
            </p:cNvPr>
            <p:cNvSpPr txBox="1"/>
            <p:nvPr/>
          </p:nvSpPr>
          <p:spPr>
            <a:xfrm>
              <a:off x="5132517" y="1119242"/>
              <a:ext cx="7489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E" sz="1400" dirty="0"/>
                <a:t>ROI 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1F384D8-3BFD-E19B-022B-E2A6B207DCD0}"/>
                </a:ext>
              </a:extLst>
            </p:cNvPr>
            <p:cNvSpPr txBox="1"/>
            <p:nvPr/>
          </p:nvSpPr>
          <p:spPr>
            <a:xfrm>
              <a:off x="9353798" y="1956661"/>
              <a:ext cx="748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E" dirty="0"/>
                <a:t>ROI 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04037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531</TotalTime>
  <Words>77</Words>
  <Application>Microsoft Office PowerPoint</Application>
  <PresentationFormat>Widescreen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Gayathri Girish Nair</dc:creator>
  <cp:lastModifiedBy>Gayathri Girish Nair</cp:lastModifiedBy>
  <cp:revision>7</cp:revision>
  <dcterms:created xsi:type="dcterms:W3CDTF">2025-11-05T10:41:59Z</dcterms:created>
  <dcterms:modified xsi:type="dcterms:W3CDTF">2025-11-09T17:42:03Z</dcterms:modified>
</cp:coreProperties>
</file>