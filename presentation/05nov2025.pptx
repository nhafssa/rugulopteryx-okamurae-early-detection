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CC3399"/>
    <a:srgbClr val="FF33CC"/>
    <a:srgbClr val="FF66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3521" y="-4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BF5CB-7C18-17CD-C820-4CD0ACAB24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E37935-7D0E-0AD0-5BD4-C789BBA82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B61AD-7C06-0FF2-A7B3-769504087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48513-89CD-E63E-FC92-F13E4A518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1EC63-E7C9-C8B7-4CB9-2DE2E21B2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080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58AB-F188-5BC1-468C-3D9406A2B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825F1-1C1A-FE69-663A-84AAAC561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FF25F-678E-17E4-6A2D-CEE5A136E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6FE02-3244-BF09-1F11-2A4800F47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573B9-E596-7F65-2802-F3E232E6F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1255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C866-7A60-221E-6E9F-61437FC33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CBC05-6898-6E4B-BFED-B4B672F63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D6CE9-DFC3-8B2B-9155-226359BD1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E43ABE-A8A1-7F02-52B2-E69C45592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8070E-74F6-8D74-8FA0-6FA81C0A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88548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8B27B-9EDB-7592-4895-DCC96C608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45C3E-1C2A-DDBE-7212-4EDCB96295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34564-665E-4FFC-A989-7B55C55775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16607-0EF2-0362-CFB9-87ECDAD78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6C6ED-ABF4-9DC3-CAEC-A8218580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284C6-A9FC-8D8B-7628-5FFC9D18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66315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3C81B-942B-B192-190E-8F9491124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766E7-4976-3661-988A-BBE8DE666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ABCE21-5594-ECAC-2F00-43E46BD8D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EE93FB-6A8D-99D3-8011-82C8467E9F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E8DC22-DFB3-AFC9-72AA-37D1792B9D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4EAD39-3ED7-C47B-2B17-6CE841B1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B141B0-925D-1E7B-55B8-E92E5CD6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6DE65-17BF-E4F7-2AC0-8CE87233C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17123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21C79-8393-2BAE-817F-410B55C1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7563BC-4CB5-A573-341A-7C8B7B90A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953855-A0E0-2777-B7F3-A4AAF6314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1D4B65-F4D8-CE5B-A3A0-6841223C2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9875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AFA0F0-1194-A07D-2270-C97422E17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B1B0B2-B4DD-E7D4-038D-5E608044A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5F8C0-ADDA-CF2B-C64A-B544CDD4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69972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E654C-8A8B-4298-8C89-FE66B5B0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F8E34-035E-AB6E-CCCC-80C4C4984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F2A758-EA39-AEC1-8CC2-DDF6672C3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B1349-0696-067A-33CA-926E6EB4E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6A048C-5ABE-8D89-58DA-0C3E0F11F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6E6CEF-624B-0127-7936-CA3BDC84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8943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BFAC6-415F-8BAE-E675-9C05E8B16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2EFF1F-15D1-7E17-699B-206F2B546B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AE533D-058C-7DC2-DDDD-B4AF8405E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C8D4E-71E8-D8DC-7A20-EEA4E4248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01511-E267-66D2-E4AC-4AE1D7BEC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9B4543-7DC3-927E-80F4-D877B9AD1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734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DF08-4E31-7BAB-5819-0A6750AD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D47145-7E31-3EEE-2ACF-3E0CC27AF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0E28E2-F3B6-F590-37BE-F32C0BF5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8E989-D1FB-C362-FDC6-7B550D37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B49A0-6DDD-B6E9-D499-5F5C9D4D7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24897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C52625-FADD-C107-000A-C7D1A0D21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106CC-5C50-576C-C902-BB3CE5954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CC713-B0BC-A7D5-2603-4F4CB9562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51CB9-4A47-0582-AA12-6883AE6B5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73CE3-D69A-FFF7-87C5-C2F3C483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3027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B78E0C-598E-81B6-390B-8B305B9EB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446891-383B-A769-CD8B-1A3EB3E0D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97945-411B-1B6A-44C1-AD4EDC02A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9034B2-E59A-43A2-8E80-CBA56A51A393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AC132-F16D-267C-9AE9-C1B498DB23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DDC53-2F5E-2ED5-CC57-DDBE2C8BA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81390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3FD5D8-4713-107B-1303-7D9A32A7282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4" y="394673"/>
            <a:ext cx="4755875" cy="3034327"/>
          </a:xfrm>
          <a:prstGeom prst="rect">
            <a:avLst/>
          </a:prstGeom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EFD5D3D4-A96D-9FE1-ADC2-338E7B5110B5}"/>
              </a:ext>
            </a:extLst>
          </p:cNvPr>
          <p:cNvGrpSpPr/>
          <p:nvPr/>
        </p:nvGrpSpPr>
        <p:grpSpPr>
          <a:xfrm>
            <a:off x="2928347" y="779055"/>
            <a:ext cx="1283698" cy="531586"/>
            <a:chOff x="2928347" y="779055"/>
            <a:chExt cx="1283698" cy="531586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BA369C7-C6F9-0E12-5F43-DA08CE5090B8}"/>
                </a:ext>
              </a:extLst>
            </p:cNvPr>
            <p:cNvSpPr/>
            <p:nvPr/>
          </p:nvSpPr>
          <p:spPr>
            <a:xfrm>
              <a:off x="3496491" y="942703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6AF5FBC-07EB-C878-2742-4F96CD4B3833}"/>
                </a:ext>
              </a:extLst>
            </p:cNvPr>
            <p:cNvSpPr/>
            <p:nvPr/>
          </p:nvSpPr>
          <p:spPr>
            <a:xfrm>
              <a:off x="3616234" y="82477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2FD7F4-6D8D-AC79-79C7-56DCA5E8E7CA}"/>
                </a:ext>
              </a:extLst>
            </p:cNvPr>
            <p:cNvSpPr/>
            <p:nvPr/>
          </p:nvSpPr>
          <p:spPr>
            <a:xfrm>
              <a:off x="3770448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2C2B2C2-739B-EC09-854F-36F831DF333F}"/>
                </a:ext>
              </a:extLst>
            </p:cNvPr>
            <p:cNvSpPr/>
            <p:nvPr/>
          </p:nvSpPr>
          <p:spPr>
            <a:xfrm>
              <a:off x="3939176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EBF9523-239C-0D4A-1E56-E8401D60B5E6}"/>
                </a:ext>
              </a:extLst>
            </p:cNvPr>
            <p:cNvSpPr/>
            <p:nvPr/>
          </p:nvSpPr>
          <p:spPr>
            <a:xfrm>
              <a:off x="4120605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CC5BBDC-9D81-89B1-D54E-4983AC588A29}"/>
                </a:ext>
              </a:extLst>
            </p:cNvPr>
            <p:cNvSpPr/>
            <p:nvPr/>
          </p:nvSpPr>
          <p:spPr>
            <a:xfrm>
              <a:off x="3405051" y="108204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4B32331-BBFF-EC66-E834-74609FC91829}"/>
                </a:ext>
              </a:extLst>
            </p:cNvPr>
            <p:cNvSpPr/>
            <p:nvPr/>
          </p:nvSpPr>
          <p:spPr>
            <a:xfrm>
              <a:off x="3265351" y="117348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63E805F-C6BD-AF3F-BE98-DC78153BDEC9}"/>
                </a:ext>
              </a:extLst>
            </p:cNvPr>
            <p:cNvSpPr/>
            <p:nvPr/>
          </p:nvSpPr>
          <p:spPr>
            <a:xfrm>
              <a:off x="3093175" y="117348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C89517A-98B3-CC67-FCB0-F3EE56423491}"/>
                </a:ext>
              </a:extLst>
            </p:cNvPr>
            <p:cNvSpPr/>
            <p:nvPr/>
          </p:nvSpPr>
          <p:spPr>
            <a:xfrm>
              <a:off x="2928347" y="121920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57C37BA-2D04-6F58-5ABC-17E81601266F}"/>
                </a:ext>
              </a:extLst>
            </p:cNvPr>
            <p:cNvCxnSpPr>
              <a:endCxn id="11" idx="2"/>
            </p:cNvCxnSpPr>
            <p:nvPr/>
          </p:nvCxnSpPr>
          <p:spPr>
            <a:xfrm flipV="1">
              <a:off x="3007087" y="1219201"/>
              <a:ext cx="86088" cy="457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F7B3AAD-DDE7-2BB0-EE95-3CA97586DC55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3184615" y="1219201"/>
              <a:ext cx="8073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49CD9E-9BC6-3DA8-EA7F-DA18E21A06E4}"/>
                </a:ext>
              </a:extLst>
            </p:cNvPr>
            <p:cNvCxnSpPr>
              <a:cxnSpLocks/>
              <a:stCxn id="10" idx="6"/>
              <a:endCxn id="9" idx="3"/>
            </p:cNvCxnSpPr>
            <p:nvPr/>
          </p:nvCxnSpPr>
          <p:spPr>
            <a:xfrm flipV="1">
              <a:off x="3356791" y="1160090"/>
              <a:ext cx="61651" cy="591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E69905-F24B-5F0F-2878-02E272827C37}"/>
                </a:ext>
              </a:extLst>
            </p:cNvPr>
            <p:cNvCxnSpPr>
              <a:cxnSpLocks/>
              <a:stCxn id="9" idx="7"/>
              <a:endCxn id="4" idx="3"/>
            </p:cNvCxnSpPr>
            <p:nvPr/>
          </p:nvCxnSpPr>
          <p:spPr>
            <a:xfrm flipV="1">
              <a:off x="3483100" y="1020752"/>
              <a:ext cx="26782" cy="7468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E08B342-13C8-37AD-01C6-DCF5A8E7642A}"/>
                </a:ext>
              </a:extLst>
            </p:cNvPr>
            <p:cNvCxnSpPr>
              <a:cxnSpLocks/>
              <a:stCxn id="4" idx="7"/>
              <a:endCxn id="5" idx="3"/>
            </p:cNvCxnSpPr>
            <p:nvPr/>
          </p:nvCxnSpPr>
          <p:spPr>
            <a:xfrm flipV="1">
              <a:off x="3574540" y="902824"/>
              <a:ext cx="55085" cy="532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1EF9C1B-6A3B-9165-354D-5C6B9428A86F}"/>
                </a:ext>
              </a:extLst>
            </p:cNvPr>
            <p:cNvCxnSpPr>
              <a:cxnSpLocks/>
              <a:stCxn id="5" idx="7"/>
              <a:endCxn id="6" idx="2"/>
            </p:cNvCxnSpPr>
            <p:nvPr/>
          </p:nvCxnSpPr>
          <p:spPr>
            <a:xfrm flipV="1">
              <a:off x="3694283" y="824775"/>
              <a:ext cx="76165" cy="13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67DDD98-778E-148E-52F3-9879D31E32AE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3861888" y="824775"/>
              <a:ext cx="7728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A399C9B-FCDD-2C13-DAE5-9476CF2BBBB0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4030616" y="824775"/>
              <a:ext cx="8998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5138734F-8429-3283-3B56-73FCF0DEFC1E}"/>
              </a:ext>
            </a:extLst>
          </p:cNvPr>
          <p:cNvGrpSpPr/>
          <p:nvPr/>
        </p:nvGrpSpPr>
        <p:grpSpPr>
          <a:xfrm>
            <a:off x="6096000" y="1310641"/>
            <a:ext cx="4014951" cy="1446952"/>
            <a:chOff x="3509471" y="1292132"/>
            <a:chExt cx="1499200" cy="540298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A3164DB0-A7E5-DAD1-05CC-1FD0AA46FBF4}"/>
                </a:ext>
              </a:extLst>
            </p:cNvPr>
            <p:cNvGrpSpPr/>
            <p:nvPr/>
          </p:nvGrpSpPr>
          <p:grpSpPr>
            <a:xfrm>
              <a:off x="3509882" y="1292132"/>
              <a:ext cx="1498789" cy="93056"/>
              <a:chOff x="2915647" y="1172394"/>
              <a:chExt cx="1498789" cy="93056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80B87B6-31DA-31CD-071C-D6F6C9EF7BF3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A82B78EF-A317-272A-C838-7F373558F313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A83FDE37-9B41-142B-9EF3-F8790EA162EA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4E5F8D1-63A9-56B3-A8E1-24E3F0A84F60}"/>
                  </a:ext>
                </a:extLst>
              </p:cNvPr>
              <p:cNvSpPr/>
              <p:nvPr/>
            </p:nvSpPr>
            <p:spPr>
              <a:xfrm>
                <a:off x="4147479" y="117401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641B5CD-86E3-6CCB-8A6D-5A21C002AAD3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1C182469-FD62-763F-86B0-C258C1900A50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A97A294-6EA1-CC8B-E3B2-50B40A94F2AE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6E36D47-FB6E-664F-4BC8-F0ABEA3BAD9E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E9ADD9B7-76DF-BF60-0EEE-D1B09946D2C6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3C6C8AA7-54D8-0608-BF6D-FB2F3CADFA6B}"/>
                  </a:ext>
                </a:extLst>
              </p:cNvPr>
              <p:cNvCxnSpPr>
                <a:cxnSpLocks/>
                <a:stCxn id="81" idx="6"/>
                <a:endCxn id="80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9D673029-75B4-5F14-AAD0-032A70313636}"/>
                  </a:ext>
                </a:extLst>
              </p:cNvPr>
              <p:cNvCxnSpPr>
                <a:cxnSpLocks/>
                <a:endCxn id="79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FDC424DF-C2AB-A909-4C5B-A689D1D70B02}"/>
                  </a:ext>
                </a:extLst>
              </p:cNvPr>
              <p:cNvCxnSpPr>
                <a:cxnSpLocks/>
                <a:stCxn id="79" idx="6"/>
                <a:endCxn id="78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5220108C-31AE-2C4C-9273-3CA60EF91024}"/>
                  </a:ext>
                </a:extLst>
              </p:cNvPr>
              <p:cNvCxnSpPr>
                <a:cxnSpLocks/>
                <a:stCxn id="78" idx="6"/>
                <a:endCxn id="73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CE3AA0A6-05D1-CFB8-F817-B2E093CA7E73}"/>
                  </a:ext>
                </a:extLst>
              </p:cNvPr>
              <p:cNvCxnSpPr>
                <a:cxnSpLocks/>
                <a:stCxn id="73" idx="6"/>
                <a:endCxn id="74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6E68F999-6B0C-9FF6-AD2B-6298737A9D80}"/>
                  </a:ext>
                </a:extLst>
              </p:cNvPr>
              <p:cNvCxnSpPr>
                <a:cxnSpLocks/>
                <a:stCxn id="74" idx="6"/>
                <a:endCxn id="75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CB4949F8-B8F8-D70B-3B84-91BB0DCD7878}"/>
                  </a:ext>
                </a:extLst>
              </p:cNvPr>
              <p:cNvCxnSpPr>
                <a:cxnSpLocks/>
                <a:stCxn id="75" idx="6"/>
                <a:endCxn id="76" idx="2"/>
              </p:cNvCxnSpPr>
              <p:nvPr/>
            </p:nvCxnSpPr>
            <p:spPr>
              <a:xfrm>
                <a:off x="4056388" y="1218114"/>
                <a:ext cx="91091" cy="161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F1CF8422-EDF2-7F19-FB3F-3B05C7B6EAE3}"/>
                  </a:ext>
                </a:extLst>
              </p:cNvPr>
              <p:cNvCxnSpPr>
                <a:cxnSpLocks/>
                <a:stCxn id="77" idx="2"/>
                <a:endCxn id="76" idx="6"/>
              </p:cNvCxnSpPr>
              <p:nvPr/>
            </p:nvCxnSpPr>
            <p:spPr>
              <a:xfrm flipH="1">
                <a:off x="4238919" y="1218114"/>
                <a:ext cx="84077" cy="161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93B2A02F-81A2-E181-F8AC-21E354080D19}"/>
                </a:ext>
              </a:extLst>
            </p:cNvPr>
            <p:cNvGrpSpPr/>
            <p:nvPr/>
          </p:nvGrpSpPr>
          <p:grpSpPr>
            <a:xfrm>
              <a:off x="3509882" y="1450440"/>
              <a:ext cx="1498789" cy="92942"/>
              <a:chOff x="2915647" y="1171979"/>
              <a:chExt cx="1498789" cy="92942"/>
            </a:xfrm>
            <a:solidFill>
              <a:schemeClr val="tx1">
                <a:lumMod val="65000"/>
                <a:lumOff val="35000"/>
              </a:schemeClr>
            </a:solidFill>
          </p:grpSpPr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EEF197F9-52E8-BC20-DFA6-56881F34A139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25A577CE-957E-C205-838E-F73DA8D3E12F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AD95EEC1-0774-30EF-BB31-5336E173E8F0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2" name="Oval 151">
                <a:extLst>
                  <a:ext uri="{FF2B5EF4-FFF2-40B4-BE49-F238E27FC236}">
                    <a16:creationId xmlns:a16="http://schemas.microsoft.com/office/drawing/2014/main" id="{268E72E8-89F1-86F5-FE4A-97CCD70F63FA}"/>
                  </a:ext>
                </a:extLst>
              </p:cNvPr>
              <p:cNvSpPr/>
              <p:nvPr/>
            </p:nvSpPr>
            <p:spPr>
              <a:xfrm>
                <a:off x="4149643" y="1171979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0D061969-16B4-7DBC-F52A-103B8C7ABB23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46946BBA-7646-72F6-1A31-CCFF37535608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CBDE0576-A406-B6B9-0225-766D64758DFF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6" name="Oval 155">
                <a:extLst>
                  <a:ext uri="{FF2B5EF4-FFF2-40B4-BE49-F238E27FC236}">
                    <a16:creationId xmlns:a16="http://schemas.microsoft.com/office/drawing/2014/main" id="{12E23438-0506-A579-46E2-21A1BD467E84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7" name="Oval 156">
                <a:extLst>
                  <a:ext uri="{FF2B5EF4-FFF2-40B4-BE49-F238E27FC236}">
                    <a16:creationId xmlns:a16="http://schemas.microsoft.com/office/drawing/2014/main" id="{3C874DB5-206E-9FF4-C10D-19B1D08281AC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DEF001C2-14A3-1C26-CE21-4BB45FDD84AD}"/>
                  </a:ext>
                </a:extLst>
              </p:cNvPr>
              <p:cNvCxnSpPr>
                <a:cxnSpLocks/>
                <a:stCxn id="157" idx="6"/>
                <a:endCxn id="156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28E1FF53-CD0E-289E-51C6-9D63C6ADEA92}"/>
                  </a:ext>
                </a:extLst>
              </p:cNvPr>
              <p:cNvCxnSpPr>
                <a:cxnSpLocks/>
                <a:endCxn id="155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3D39A6A8-0C02-F2CE-ABC8-E8A3BEDC4307}"/>
                  </a:ext>
                </a:extLst>
              </p:cNvPr>
              <p:cNvCxnSpPr>
                <a:cxnSpLocks/>
                <a:stCxn id="155" idx="6"/>
                <a:endCxn id="154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5153DD33-F489-9891-F414-415CE88F8D47}"/>
                  </a:ext>
                </a:extLst>
              </p:cNvPr>
              <p:cNvCxnSpPr>
                <a:cxnSpLocks/>
                <a:stCxn id="154" idx="6"/>
                <a:endCxn id="149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4E65845A-D0A6-FD08-2057-3D52CF3518E1}"/>
                  </a:ext>
                </a:extLst>
              </p:cNvPr>
              <p:cNvCxnSpPr>
                <a:cxnSpLocks/>
                <a:stCxn id="149" idx="6"/>
                <a:endCxn id="150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5773A580-78D5-B958-C5D0-6335597CC4D2}"/>
                  </a:ext>
                </a:extLst>
              </p:cNvPr>
              <p:cNvCxnSpPr>
                <a:cxnSpLocks/>
                <a:stCxn id="150" idx="6"/>
                <a:endCxn id="151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C781E88D-0862-EF94-FC99-3987677B3C25}"/>
                  </a:ext>
                </a:extLst>
              </p:cNvPr>
              <p:cNvCxnSpPr>
                <a:cxnSpLocks/>
                <a:stCxn id="151" idx="6"/>
                <a:endCxn id="152" idx="2"/>
              </p:cNvCxnSpPr>
              <p:nvPr/>
            </p:nvCxnSpPr>
            <p:spPr>
              <a:xfrm flipV="1">
                <a:off x="4056388" y="1217699"/>
                <a:ext cx="93255" cy="415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3AD5AAF8-8957-BA00-A5BD-C5A5AAFA93C2}"/>
                  </a:ext>
                </a:extLst>
              </p:cNvPr>
              <p:cNvCxnSpPr>
                <a:cxnSpLocks/>
                <a:stCxn id="153" idx="2"/>
                <a:endCxn id="152" idx="6"/>
              </p:cNvCxnSpPr>
              <p:nvPr/>
            </p:nvCxnSpPr>
            <p:spPr>
              <a:xfrm flipH="1" flipV="1">
                <a:off x="4241083" y="1217699"/>
                <a:ext cx="81913" cy="415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0D80E489-FFCC-BCD8-10FD-1585C7A6D179}"/>
                </a:ext>
              </a:extLst>
            </p:cNvPr>
            <p:cNvGrpSpPr/>
            <p:nvPr/>
          </p:nvGrpSpPr>
          <p:grpSpPr>
            <a:xfrm>
              <a:off x="3509471" y="1595616"/>
              <a:ext cx="1498789" cy="94064"/>
              <a:chOff x="2915647" y="1172394"/>
              <a:chExt cx="1498789" cy="94064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587D94D4-11DE-6D4A-26BB-54460FA47CC1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EAD7BE54-BC7A-5844-5E06-13B81A6B0C8F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7799F2EB-7E53-3529-9DE2-FCCA3FA3D353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412DF5A5-927A-9EFD-7054-18BE9910F461}"/>
                  </a:ext>
                </a:extLst>
              </p:cNvPr>
              <p:cNvSpPr/>
              <p:nvPr/>
            </p:nvSpPr>
            <p:spPr>
              <a:xfrm>
                <a:off x="4145468" y="1175018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3878346E-2F3D-D679-6FF7-DDFBA82C1D5B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278DF048-74F1-899E-3FA7-A74554438E46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5E92ADAA-EF84-945A-24A3-4F6C46245CBC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68545ACF-E071-1177-2BC2-8678C6E8D502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73363D43-CCD8-F6E5-25B1-512BEAA4923D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3F59F2D4-16BC-2945-4A5F-9257821F5987}"/>
                  </a:ext>
                </a:extLst>
              </p:cNvPr>
              <p:cNvCxnSpPr>
                <a:cxnSpLocks/>
                <a:stCxn id="175" idx="6"/>
                <a:endCxn id="174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12A75046-434C-ABC3-7368-09CA81966B26}"/>
                  </a:ext>
                </a:extLst>
              </p:cNvPr>
              <p:cNvCxnSpPr>
                <a:cxnSpLocks/>
                <a:endCxn id="173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BAA37CE7-2008-6E3A-CE1A-CD2C6D1D429D}"/>
                  </a:ext>
                </a:extLst>
              </p:cNvPr>
              <p:cNvCxnSpPr>
                <a:cxnSpLocks/>
                <a:stCxn id="173" idx="6"/>
                <a:endCxn id="172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>
                <a:extLst>
                  <a:ext uri="{FF2B5EF4-FFF2-40B4-BE49-F238E27FC236}">
                    <a16:creationId xmlns:a16="http://schemas.microsoft.com/office/drawing/2014/main" id="{14802A63-FA00-E560-898D-1BE76E177781}"/>
                  </a:ext>
                </a:extLst>
              </p:cNvPr>
              <p:cNvCxnSpPr>
                <a:cxnSpLocks/>
                <a:stCxn id="172" idx="6"/>
                <a:endCxn id="167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5004AECF-92EF-C351-0809-DC3578A8250B}"/>
                  </a:ext>
                </a:extLst>
              </p:cNvPr>
              <p:cNvCxnSpPr>
                <a:cxnSpLocks/>
                <a:stCxn id="167" idx="6"/>
                <a:endCxn id="168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F75C111F-DAFD-C844-51A7-797E729F24C5}"/>
                  </a:ext>
                </a:extLst>
              </p:cNvPr>
              <p:cNvCxnSpPr>
                <a:cxnSpLocks/>
                <a:stCxn id="168" idx="6"/>
                <a:endCxn id="169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98A82F9E-4111-FA15-3242-5359A6DF8528}"/>
                  </a:ext>
                </a:extLst>
              </p:cNvPr>
              <p:cNvCxnSpPr>
                <a:cxnSpLocks/>
                <a:stCxn id="169" idx="6"/>
                <a:endCxn id="170" idx="2"/>
              </p:cNvCxnSpPr>
              <p:nvPr/>
            </p:nvCxnSpPr>
            <p:spPr>
              <a:xfrm>
                <a:off x="4056388" y="1218114"/>
                <a:ext cx="89080" cy="262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>
                <a:extLst>
                  <a:ext uri="{FF2B5EF4-FFF2-40B4-BE49-F238E27FC236}">
                    <a16:creationId xmlns:a16="http://schemas.microsoft.com/office/drawing/2014/main" id="{74C1B16E-0245-4A3D-0749-E39826634F17}"/>
                  </a:ext>
                </a:extLst>
              </p:cNvPr>
              <p:cNvCxnSpPr>
                <a:cxnSpLocks/>
                <a:stCxn id="171" idx="2"/>
                <a:endCxn id="170" idx="6"/>
              </p:cNvCxnSpPr>
              <p:nvPr/>
            </p:nvCxnSpPr>
            <p:spPr>
              <a:xfrm flipH="1">
                <a:off x="4236908" y="1218114"/>
                <a:ext cx="86088" cy="262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59836B83-B874-6818-8E3A-5250EB96AA0A}"/>
                </a:ext>
              </a:extLst>
            </p:cNvPr>
            <p:cNvGrpSpPr/>
            <p:nvPr/>
          </p:nvGrpSpPr>
          <p:grpSpPr>
            <a:xfrm>
              <a:off x="3509471" y="1736749"/>
              <a:ext cx="1498789" cy="95681"/>
              <a:chOff x="2915647" y="1169240"/>
              <a:chExt cx="1498789" cy="95681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185" name="Oval 184">
                <a:extLst>
                  <a:ext uri="{FF2B5EF4-FFF2-40B4-BE49-F238E27FC236}">
                    <a16:creationId xmlns:a16="http://schemas.microsoft.com/office/drawing/2014/main" id="{E859CF28-8CB2-6ADF-0DD5-5B498F10DA04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D7D3BE8A-195D-AA5D-BEDC-D71E5ED00CC5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65695454-4242-1899-C85F-34D7F8659467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7489A453-036D-970B-CCD1-8F65BB212ACD}"/>
                  </a:ext>
                </a:extLst>
              </p:cNvPr>
              <p:cNvSpPr/>
              <p:nvPr/>
            </p:nvSpPr>
            <p:spPr>
              <a:xfrm>
                <a:off x="4145468" y="116924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3850FEB4-346E-439B-C4DB-461EA4119856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39ED0279-EEB9-9C37-1D67-AC6E8ECB2C12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D4E96725-1D1E-F5DC-AD6D-91F36F754175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E3A894B3-D58A-B8A1-817A-813BD69A840E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A8571EE-148C-C078-327C-059B361710A2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94" name="Straight Connector 193">
                <a:extLst>
                  <a:ext uri="{FF2B5EF4-FFF2-40B4-BE49-F238E27FC236}">
                    <a16:creationId xmlns:a16="http://schemas.microsoft.com/office/drawing/2014/main" id="{C73BE76A-92AE-AC6C-D07F-54545A42023C}"/>
                  </a:ext>
                </a:extLst>
              </p:cNvPr>
              <p:cNvCxnSpPr>
                <a:cxnSpLocks/>
                <a:stCxn id="193" idx="6"/>
                <a:endCxn id="192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DAEF2027-2EBC-B993-3C5F-9B6F2984D452}"/>
                  </a:ext>
                </a:extLst>
              </p:cNvPr>
              <p:cNvCxnSpPr>
                <a:cxnSpLocks/>
                <a:endCxn id="191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Straight Connector 195">
                <a:extLst>
                  <a:ext uri="{FF2B5EF4-FFF2-40B4-BE49-F238E27FC236}">
                    <a16:creationId xmlns:a16="http://schemas.microsoft.com/office/drawing/2014/main" id="{E8AD1C43-BBE2-C705-6D5D-FF03D7690445}"/>
                  </a:ext>
                </a:extLst>
              </p:cNvPr>
              <p:cNvCxnSpPr>
                <a:cxnSpLocks/>
                <a:stCxn id="191" idx="6"/>
                <a:endCxn id="190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CAE4220B-268A-24B2-93AC-C1BC75153D98}"/>
                  </a:ext>
                </a:extLst>
              </p:cNvPr>
              <p:cNvCxnSpPr>
                <a:cxnSpLocks/>
                <a:stCxn id="190" idx="6"/>
                <a:endCxn id="185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>
                <a:extLst>
                  <a:ext uri="{FF2B5EF4-FFF2-40B4-BE49-F238E27FC236}">
                    <a16:creationId xmlns:a16="http://schemas.microsoft.com/office/drawing/2014/main" id="{4A3A181C-067B-92BD-8F04-BB033AF172B8}"/>
                  </a:ext>
                </a:extLst>
              </p:cNvPr>
              <p:cNvCxnSpPr>
                <a:cxnSpLocks/>
                <a:stCxn id="185" idx="6"/>
                <a:endCxn id="186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40B95B4D-832C-3B9D-362A-B9EF311E244F}"/>
                  </a:ext>
                </a:extLst>
              </p:cNvPr>
              <p:cNvCxnSpPr>
                <a:cxnSpLocks/>
                <a:stCxn id="186" idx="6"/>
                <a:endCxn id="187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D2C86EFF-19F7-916F-3DBC-27050C1FDB19}"/>
                  </a:ext>
                </a:extLst>
              </p:cNvPr>
              <p:cNvCxnSpPr>
                <a:cxnSpLocks/>
                <a:stCxn id="187" idx="6"/>
                <a:endCxn id="188" idx="2"/>
              </p:cNvCxnSpPr>
              <p:nvPr/>
            </p:nvCxnSpPr>
            <p:spPr>
              <a:xfrm flipV="1">
                <a:off x="4056388" y="1214960"/>
                <a:ext cx="89080" cy="315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15E6705E-4DA1-88C6-11D1-CF368256B30C}"/>
                  </a:ext>
                </a:extLst>
              </p:cNvPr>
              <p:cNvCxnSpPr>
                <a:cxnSpLocks/>
                <a:stCxn id="189" idx="2"/>
                <a:endCxn id="188" idx="6"/>
              </p:cNvCxnSpPr>
              <p:nvPr/>
            </p:nvCxnSpPr>
            <p:spPr>
              <a:xfrm flipH="1" flipV="1">
                <a:off x="4236908" y="1214960"/>
                <a:ext cx="86088" cy="315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D7593E2-8021-72DA-0F2F-2FF8D06886E9}"/>
              </a:ext>
            </a:extLst>
          </p:cNvPr>
          <p:cNvSpPr/>
          <p:nvPr/>
        </p:nvSpPr>
        <p:spPr>
          <a:xfrm>
            <a:off x="2852057" y="674915"/>
            <a:ext cx="1436914" cy="732972"/>
          </a:xfrm>
          <a:prstGeom prst="rect">
            <a:avLst/>
          </a:prstGeom>
          <a:noFill/>
          <a:ln w="12700">
            <a:solidFill>
              <a:srgbClr val="3333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163C8617-F87D-19FB-70E8-662744BEF65D}"/>
              </a:ext>
            </a:extLst>
          </p:cNvPr>
          <p:cNvSpPr/>
          <p:nvPr/>
        </p:nvSpPr>
        <p:spPr>
          <a:xfrm>
            <a:off x="5852516" y="1084945"/>
            <a:ext cx="5236397" cy="1904998"/>
          </a:xfrm>
          <a:prstGeom prst="rect">
            <a:avLst/>
          </a:prstGeom>
          <a:noFill/>
          <a:ln w="28575">
            <a:solidFill>
              <a:srgbClr val="3333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2400" dirty="0">
              <a:solidFill>
                <a:srgbClr val="FF0000"/>
              </a:solidFill>
            </a:endParaRPr>
          </a:p>
        </p:txBody>
      </p: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ABA4EF47-2F02-C03D-B5BE-03525E5FBB5C}"/>
              </a:ext>
            </a:extLst>
          </p:cNvPr>
          <p:cNvCxnSpPr>
            <a:cxnSpLocks/>
            <a:stCxn id="203" idx="3"/>
          </p:cNvCxnSpPr>
          <p:nvPr/>
        </p:nvCxnSpPr>
        <p:spPr>
          <a:xfrm>
            <a:off x="4288971" y="1041401"/>
            <a:ext cx="1563546" cy="40640"/>
          </a:xfrm>
          <a:prstGeom prst="line">
            <a:avLst/>
          </a:prstGeom>
          <a:ln>
            <a:solidFill>
              <a:srgbClr val="333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D38A1DCC-4DB0-DB20-A23B-865995E9DC73}"/>
              </a:ext>
            </a:extLst>
          </p:cNvPr>
          <p:cNvCxnSpPr>
            <a:cxnSpLocks/>
          </p:cNvCxnSpPr>
          <p:nvPr/>
        </p:nvCxnSpPr>
        <p:spPr>
          <a:xfrm>
            <a:off x="4030616" y="1407887"/>
            <a:ext cx="1821901" cy="1582056"/>
          </a:xfrm>
          <a:prstGeom prst="line">
            <a:avLst/>
          </a:prstGeom>
          <a:ln>
            <a:solidFill>
              <a:srgbClr val="333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85BAC42B-E0ED-B83E-874A-729F511FCFC3}"/>
              </a:ext>
            </a:extLst>
          </p:cNvPr>
          <p:cNvSpPr txBox="1"/>
          <p:nvPr/>
        </p:nvSpPr>
        <p:spPr>
          <a:xfrm>
            <a:off x="10085972" y="1242061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t1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81F277C-05FB-75AA-57DF-C729DD2B8BE1}"/>
              </a:ext>
            </a:extLst>
          </p:cNvPr>
          <p:cNvSpPr txBox="1"/>
          <p:nvPr/>
        </p:nvSpPr>
        <p:spPr>
          <a:xfrm>
            <a:off x="10091769" y="1707510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t2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8A77148-34E4-C730-9882-4442190E5C1B}"/>
              </a:ext>
            </a:extLst>
          </p:cNvPr>
          <p:cNvSpPr txBox="1"/>
          <p:nvPr/>
        </p:nvSpPr>
        <p:spPr>
          <a:xfrm>
            <a:off x="10085971" y="2083207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…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1FED64FD-0D6D-B769-E3E0-59F71598DFEB}"/>
              </a:ext>
            </a:extLst>
          </p:cNvPr>
          <p:cNvSpPr txBox="1"/>
          <p:nvPr/>
        </p:nvSpPr>
        <p:spPr>
          <a:xfrm>
            <a:off x="10093228" y="2439128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 err="1">
                <a:solidFill>
                  <a:srgbClr val="FF0000"/>
                </a:solidFill>
              </a:rPr>
              <a:t>tn</a:t>
            </a:r>
            <a:endParaRPr lang="en-IE" sz="1800" dirty="0">
              <a:solidFill>
                <a:srgbClr val="FF0000"/>
              </a:solidFill>
            </a:endParaRP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A69709E0-4AB4-94E9-0356-540B5504B8B7}"/>
              </a:ext>
            </a:extLst>
          </p:cNvPr>
          <p:cNvCxnSpPr>
            <a:cxnSpLocks/>
            <a:stCxn id="193" idx="4"/>
          </p:cNvCxnSpPr>
          <p:nvPr/>
        </p:nvCxnSpPr>
        <p:spPr>
          <a:xfrm>
            <a:off x="6218441" y="2757593"/>
            <a:ext cx="0" cy="67140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>
            <a:extLst>
              <a:ext uri="{FF2B5EF4-FFF2-40B4-BE49-F238E27FC236}">
                <a16:creationId xmlns:a16="http://schemas.microsoft.com/office/drawing/2014/main" id="{B17F2FFD-1373-67BF-94E1-9E2A38F495AB}"/>
              </a:ext>
            </a:extLst>
          </p:cNvPr>
          <p:cNvSpPr txBox="1"/>
          <p:nvPr/>
        </p:nvSpPr>
        <p:spPr>
          <a:xfrm>
            <a:off x="5537200" y="3385318"/>
            <a:ext cx="216038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100" dirty="0" err="1">
                <a:solidFill>
                  <a:srgbClr val="00B050"/>
                </a:solidFill>
              </a:rPr>
              <a:t>lat</a:t>
            </a:r>
            <a:r>
              <a:rPr lang="en-IE" sz="1100" dirty="0">
                <a:solidFill>
                  <a:srgbClr val="00B050"/>
                </a:solidFill>
              </a:rPr>
              <a:t>, </a:t>
            </a:r>
            <a:r>
              <a:rPr lang="en-IE" sz="1100" dirty="0" err="1">
                <a:solidFill>
                  <a:srgbClr val="00B050"/>
                </a:solidFill>
              </a:rPr>
              <a:t>lon</a:t>
            </a:r>
            <a:r>
              <a:rPr lang="en-IE" sz="1100" dirty="0">
                <a:solidFill>
                  <a:srgbClr val="00B050"/>
                </a:solidFill>
              </a:rPr>
              <a:t>,</a:t>
            </a:r>
          </a:p>
          <a:p>
            <a:r>
              <a:rPr lang="en-IE" sz="1100" u="sng" dirty="0">
                <a:solidFill>
                  <a:srgbClr val="00B050"/>
                </a:solidFill>
              </a:rPr>
              <a:t>sea surface temperature</a:t>
            </a:r>
            <a:r>
              <a:rPr lang="en-IE" sz="1100" dirty="0">
                <a:solidFill>
                  <a:srgbClr val="00B050"/>
                </a:solidFill>
              </a:rPr>
              <a:t>,</a:t>
            </a:r>
          </a:p>
          <a:p>
            <a:r>
              <a:rPr lang="en-IE" sz="1100" dirty="0">
                <a:solidFill>
                  <a:srgbClr val="00B050"/>
                </a:solidFill>
              </a:rPr>
              <a:t>depth,</a:t>
            </a:r>
          </a:p>
          <a:p>
            <a:r>
              <a:rPr lang="en-IE" sz="1100" dirty="0"/>
              <a:t>substrate / </a:t>
            </a:r>
            <a:r>
              <a:rPr lang="en-IE" sz="1100" dirty="0">
                <a:solidFill>
                  <a:srgbClr val="00B050"/>
                </a:solidFill>
              </a:rPr>
              <a:t>biodiversity</a:t>
            </a:r>
            <a:r>
              <a:rPr lang="en-IE" sz="1100" dirty="0"/>
              <a:t>,</a:t>
            </a:r>
          </a:p>
          <a:p>
            <a:r>
              <a:rPr lang="en-IE" sz="1100" u="sng" dirty="0">
                <a:solidFill>
                  <a:srgbClr val="00B050"/>
                </a:solidFill>
              </a:rPr>
              <a:t>salinity</a:t>
            </a:r>
            <a:r>
              <a:rPr lang="en-IE" sz="1100" dirty="0"/>
              <a:t>,</a:t>
            </a:r>
          </a:p>
          <a:p>
            <a:r>
              <a:rPr lang="en-IE" sz="1100" dirty="0">
                <a:solidFill>
                  <a:srgbClr val="00B050"/>
                </a:solidFill>
              </a:rPr>
              <a:t>pH,</a:t>
            </a:r>
          </a:p>
          <a:p>
            <a:r>
              <a:rPr lang="en-IE" sz="1100" u="sng" dirty="0"/>
              <a:t>wave height</a:t>
            </a:r>
            <a:r>
              <a:rPr lang="en-IE" sz="1100" dirty="0"/>
              <a:t>, </a:t>
            </a:r>
          </a:p>
          <a:p>
            <a:r>
              <a:rPr lang="en-IE" sz="1100" u="sng" dirty="0">
                <a:solidFill>
                  <a:srgbClr val="00B050"/>
                </a:solidFill>
              </a:rPr>
              <a:t>O2 content</a:t>
            </a:r>
            <a:r>
              <a:rPr lang="en-IE" sz="1100" dirty="0">
                <a:solidFill>
                  <a:srgbClr val="00B050"/>
                </a:solidFill>
              </a:rPr>
              <a:t>, …</a:t>
            </a:r>
          </a:p>
          <a:p>
            <a:endParaRPr lang="en-IE" sz="1100" dirty="0">
              <a:solidFill>
                <a:srgbClr val="00B050"/>
              </a:solidFill>
            </a:endParaRPr>
          </a:p>
          <a:p>
            <a:r>
              <a:rPr lang="en-IE" sz="1100" dirty="0">
                <a:solidFill>
                  <a:srgbClr val="FF0000"/>
                </a:solidFill>
                <a:highlight>
                  <a:srgbClr val="FFFF00"/>
                </a:highlight>
              </a:rPr>
              <a:t>Present</a:t>
            </a:r>
            <a:r>
              <a:rPr lang="en-IE" sz="1100" dirty="0">
                <a:solidFill>
                  <a:srgbClr val="FF0000"/>
                </a:solidFill>
              </a:rPr>
              <a:t> / Not Present</a:t>
            </a:r>
          </a:p>
        </p:txBody>
      </p: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47374F32-F129-CF4F-F470-0D744816F9B0}"/>
              </a:ext>
            </a:extLst>
          </p:cNvPr>
          <p:cNvCxnSpPr>
            <a:cxnSpLocks/>
          </p:cNvCxnSpPr>
          <p:nvPr/>
        </p:nvCxnSpPr>
        <p:spPr>
          <a:xfrm>
            <a:off x="9239227" y="2632407"/>
            <a:ext cx="0" cy="67140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368BD17A-8934-2E7F-6B7A-B049BC061DE1}"/>
              </a:ext>
            </a:extLst>
          </p:cNvPr>
          <p:cNvSpPr txBox="1"/>
          <p:nvPr/>
        </p:nvSpPr>
        <p:spPr>
          <a:xfrm>
            <a:off x="8463643" y="3303814"/>
            <a:ext cx="235121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100" dirty="0"/>
              <a:t>Net directions and magnitude of</a:t>
            </a:r>
          </a:p>
          <a:p>
            <a:pPr marL="228600" indent="-228600">
              <a:buAutoNum type="arabicPeriod"/>
            </a:pPr>
            <a:r>
              <a:rPr lang="en-IE" sz="1100" dirty="0"/>
              <a:t>Current</a:t>
            </a:r>
          </a:p>
          <a:p>
            <a:pPr marL="228600" indent="-228600">
              <a:buAutoNum type="arabicPeriod"/>
            </a:pPr>
            <a:r>
              <a:rPr lang="en-IE" sz="1100" dirty="0"/>
              <a:t>Wind</a:t>
            </a:r>
          </a:p>
          <a:p>
            <a:pPr marL="228600" indent="-228600">
              <a:buAutoNum type="arabicPeriod"/>
            </a:pPr>
            <a:r>
              <a:rPr lang="en-IE" sz="1100" dirty="0"/>
              <a:t>Marine traffic</a:t>
            </a:r>
          </a:p>
          <a:p>
            <a:pPr marL="228600" indent="-228600">
              <a:buAutoNum type="arabicPeriod" startAt="3"/>
            </a:pPr>
            <a:r>
              <a:rPr lang="en-IE" sz="1100" dirty="0"/>
              <a:t>Animal traffic</a:t>
            </a:r>
          </a:p>
          <a:p>
            <a:pPr marL="228600" indent="-228600">
              <a:buAutoNum type="arabicPeriod" startAt="3"/>
            </a:pPr>
            <a:r>
              <a:rPr lang="en-IE" sz="1100" dirty="0"/>
              <a:t>Likelihood. (computed)</a:t>
            </a:r>
          </a:p>
        </p:txBody>
      </p:sp>
    </p:spTree>
    <p:extLst>
      <p:ext uri="{BB962C8B-B14F-4D97-AF65-F5344CB8AC3E}">
        <p14:creationId xmlns:p14="http://schemas.microsoft.com/office/powerpoint/2010/main" val="3344567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188E315-3462-A3C7-ED82-B44171CF6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7" y="153821"/>
            <a:ext cx="4404925" cy="38830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34C-D98E-7E18-11B4-B7AC5E99A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310" y="356789"/>
            <a:ext cx="4404925" cy="38830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0F30E3A-7ECA-5A2A-0330-D9E5E21A3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40" y="482861"/>
            <a:ext cx="4404925" cy="39599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A4D43C-53CA-E5EC-CB1A-0B89FDEC2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6022" y="1070485"/>
            <a:ext cx="4981351" cy="2455694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F836B08-3194-0E08-E798-E1B98C0D947C}"/>
              </a:ext>
            </a:extLst>
          </p:cNvPr>
          <p:cNvCxnSpPr>
            <a:cxnSpLocks/>
          </p:cNvCxnSpPr>
          <p:nvPr/>
        </p:nvCxnSpPr>
        <p:spPr>
          <a:xfrm flipH="1">
            <a:off x="3000895" y="3233651"/>
            <a:ext cx="3715789" cy="3657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9BF5897-81F6-650B-374E-A1A0175BD736}"/>
              </a:ext>
            </a:extLst>
          </p:cNvPr>
          <p:cNvSpPr/>
          <p:nvPr/>
        </p:nvSpPr>
        <p:spPr>
          <a:xfrm>
            <a:off x="2610196" y="3233651"/>
            <a:ext cx="756459" cy="7148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D01D3-9728-3BF4-8ED6-5FA3BE5E12F2}"/>
              </a:ext>
            </a:extLst>
          </p:cNvPr>
          <p:cNvCxnSpPr>
            <a:cxnSpLocks/>
          </p:cNvCxnSpPr>
          <p:nvPr/>
        </p:nvCxnSpPr>
        <p:spPr>
          <a:xfrm flipH="1" flipV="1">
            <a:off x="4437365" y="1324496"/>
            <a:ext cx="2203965" cy="3491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405A053-63BE-8CE4-9659-2F441C89FA76}"/>
              </a:ext>
            </a:extLst>
          </p:cNvPr>
          <p:cNvSpPr/>
          <p:nvPr/>
        </p:nvSpPr>
        <p:spPr>
          <a:xfrm>
            <a:off x="4046666" y="958736"/>
            <a:ext cx="756459" cy="7148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EE3737-12C6-A5ED-1860-72E105585186}"/>
              </a:ext>
            </a:extLst>
          </p:cNvPr>
          <p:cNvSpPr txBox="1"/>
          <p:nvPr/>
        </p:nvSpPr>
        <p:spPr>
          <a:xfrm>
            <a:off x="1922576" y="4589010"/>
            <a:ext cx="2851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[Height, Width, Bands].</a:t>
            </a:r>
            <a:r>
              <a:rPr lang="en-IE" dirty="0" err="1"/>
              <a:t>tif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412711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040E04-1A20-5C6E-E839-9D33C86FA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947" y="216680"/>
            <a:ext cx="9312105" cy="483745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6671953-2FD7-2E6F-D634-7B220E06B2C4}"/>
              </a:ext>
            </a:extLst>
          </p:cNvPr>
          <p:cNvSpPr/>
          <p:nvPr/>
        </p:nvSpPr>
        <p:spPr>
          <a:xfrm>
            <a:off x="5261956" y="1047404"/>
            <a:ext cx="1313411" cy="10640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F7F4DE-9EE3-EC76-4875-9CB24E70EF55}"/>
              </a:ext>
            </a:extLst>
          </p:cNvPr>
          <p:cNvSpPr/>
          <p:nvPr/>
        </p:nvSpPr>
        <p:spPr>
          <a:xfrm>
            <a:off x="3078481" y="1665318"/>
            <a:ext cx="529244" cy="5874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341A84-0091-98D8-E92B-922887E99F2B}"/>
              </a:ext>
            </a:extLst>
          </p:cNvPr>
          <p:cNvSpPr/>
          <p:nvPr/>
        </p:nvSpPr>
        <p:spPr>
          <a:xfrm>
            <a:off x="8877993" y="1427019"/>
            <a:ext cx="1224741" cy="24300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FF94A8-96C9-96C4-77C0-8431B88AA6BE}"/>
              </a:ext>
            </a:extLst>
          </p:cNvPr>
          <p:cNvSpPr txBox="1"/>
          <p:nvPr/>
        </p:nvSpPr>
        <p:spPr>
          <a:xfrm>
            <a:off x="2987239" y="1415635"/>
            <a:ext cx="7489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1200" dirty="0"/>
              <a:t>ROI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5F244A-5484-8527-1D04-2B6F9D883FD3}"/>
              </a:ext>
            </a:extLst>
          </p:cNvPr>
          <p:cNvSpPr txBox="1"/>
          <p:nvPr/>
        </p:nvSpPr>
        <p:spPr>
          <a:xfrm>
            <a:off x="5132517" y="1119242"/>
            <a:ext cx="748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1400" dirty="0"/>
              <a:t>ROI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F384D8-3BFD-E19B-022B-E2A6B207DCD0}"/>
              </a:ext>
            </a:extLst>
          </p:cNvPr>
          <p:cNvSpPr txBox="1"/>
          <p:nvPr/>
        </p:nvSpPr>
        <p:spPr>
          <a:xfrm>
            <a:off x="9353798" y="1956661"/>
            <a:ext cx="74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dirty="0"/>
              <a:t>ROI 3</a:t>
            </a:r>
          </a:p>
        </p:txBody>
      </p:sp>
    </p:spTree>
    <p:extLst>
      <p:ext uri="{BB962C8B-B14F-4D97-AF65-F5344CB8AC3E}">
        <p14:creationId xmlns:p14="http://schemas.microsoft.com/office/powerpoint/2010/main" val="3804037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63</Words>
  <Application>Microsoft Office PowerPoint</Application>
  <PresentationFormat>Widescreen</PresentationFormat>
  <Paragraphs>24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Gayathri Girish Nair</dc:creator>
  <cp:lastModifiedBy>Gayathri Girish Nair</cp:lastModifiedBy>
  <cp:revision>3</cp:revision>
  <dcterms:created xsi:type="dcterms:W3CDTF">2025-11-05T10:41:59Z</dcterms:created>
  <dcterms:modified xsi:type="dcterms:W3CDTF">2025-11-06T11:38:57Z</dcterms:modified>
</cp:coreProperties>
</file>